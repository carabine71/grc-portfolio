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1" r:id="rId5"/>
    <p:sldId id="27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73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8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1B197C-7C25-4381-B0C4-D6E15742640B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B29BF49-1F02-4EE3-A02C-EB0B1062F6AA}">
      <dgm:prSet/>
      <dgm:spPr/>
      <dgm:t>
        <a:bodyPr/>
        <a:lstStyle/>
        <a:p>
          <a:r>
            <a:rPr lang="en-US" dirty="0"/>
            <a:t>Over 80% of breaches involve human error</a:t>
          </a:r>
        </a:p>
      </dgm:t>
    </dgm:pt>
    <dgm:pt modelId="{E9CF4D67-BEEB-42A5-83FA-5BB4940B0466}" type="parTrans" cxnId="{DC46D056-83BE-4006-9A32-C9E2A891DF42}">
      <dgm:prSet/>
      <dgm:spPr/>
      <dgm:t>
        <a:bodyPr/>
        <a:lstStyle/>
        <a:p>
          <a:endParaRPr lang="en-US"/>
        </a:p>
      </dgm:t>
    </dgm:pt>
    <dgm:pt modelId="{A317EBF3-DA54-4F07-9B21-7E0B451E4DD8}" type="sibTrans" cxnId="{DC46D056-83BE-4006-9A32-C9E2A891DF42}">
      <dgm:prSet/>
      <dgm:spPr/>
      <dgm:t>
        <a:bodyPr/>
        <a:lstStyle/>
        <a:p>
          <a:endParaRPr lang="en-US"/>
        </a:p>
      </dgm:t>
    </dgm:pt>
    <dgm:pt modelId="{6B8FFCD2-8FFD-4523-98C9-6FF3CAD5C61A}">
      <dgm:prSet/>
      <dgm:spPr/>
      <dgm:t>
        <a:bodyPr/>
        <a:lstStyle/>
        <a:p>
          <a:r>
            <a:rPr lang="en-US" dirty="0"/>
            <a:t>Phishing is the most common attack vector</a:t>
          </a:r>
        </a:p>
      </dgm:t>
    </dgm:pt>
    <dgm:pt modelId="{408316A0-BF7E-4D89-9397-23B57FBB26F6}" type="parTrans" cxnId="{D1886832-6BD2-4DA8-9D25-7A1A0BF9B405}">
      <dgm:prSet/>
      <dgm:spPr/>
      <dgm:t>
        <a:bodyPr/>
        <a:lstStyle/>
        <a:p>
          <a:endParaRPr lang="en-US"/>
        </a:p>
      </dgm:t>
    </dgm:pt>
    <dgm:pt modelId="{806AF8C3-6855-4476-BF60-25A3E1EC827E}" type="sibTrans" cxnId="{D1886832-6BD2-4DA8-9D25-7A1A0BF9B405}">
      <dgm:prSet/>
      <dgm:spPr/>
      <dgm:t>
        <a:bodyPr/>
        <a:lstStyle/>
        <a:p>
          <a:endParaRPr lang="en-US"/>
        </a:p>
      </dgm:t>
    </dgm:pt>
    <dgm:pt modelId="{AB88BBC9-5C1C-4ACA-A372-EAD4A94BE824}">
      <dgm:prSet/>
      <dgm:spPr/>
      <dgm:t>
        <a:bodyPr/>
        <a:lstStyle/>
        <a:p>
          <a:r>
            <a:rPr lang="en-US"/>
            <a:t>One click can lead to data loss or ransomware</a:t>
          </a:r>
        </a:p>
      </dgm:t>
    </dgm:pt>
    <dgm:pt modelId="{41112CCD-D391-4D4D-92AB-339D9F52731D}" type="parTrans" cxnId="{E0A032BC-642E-4D58-A0C7-2BA76A762B80}">
      <dgm:prSet/>
      <dgm:spPr/>
      <dgm:t>
        <a:bodyPr/>
        <a:lstStyle/>
        <a:p>
          <a:endParaRPr lang="en-US"/>
        </a:p>
      </dgm:t>
    </dgm:pt>
    <dgm:pt modelId="{AC234A20-BCAD-4AEF-BDDD-9D59D7DDFADC}" type="sibTrans" cxnId="{E0A032BC-642E-4D58-A0C7-2BA76A762B80}">
      <dgm:prSet/>
      <dgm:spPr/>
      <dgm:t>
        <a:bodyPr/>
        <a:lstStyle/>
        <a:p>
          <a:endParaRPr lang="en-US"/>
        </a:p>
      </dgm:t>
    </dgm:pt>
    <dgm:pt modelId="{0C3DC12C-6667-4A40-94E7-B98C2FEFA58E}">
      <dgm:prSet/>
      <dgm:spPr/>
      <dgm:t>
        <a:bodyPr/>
        <a:lstStyle/>
        <a:p>
          <a:r>
            <a:rPr lang="en-US"/>
            <a:t>Employees are the first line of defense</a:t>
          </a:r>
        </a:p>
      </dgm:t>
    </dgm:pt>
    <dgm:pt modelId="{4536C846-FDCF-414A-AF3A-C0B998F119C4}" type="parTrans" cxnId="{4B3BB2A3-9CF2-4D61-8B7B-06953D18D646}">
      <dgm:prSet/>
      <dgm:spPr/>
      <dgm:t>
        <a:bodyPr/>
        <a:lstStyle/>
        <a:p>
          <a:endParaRPr lang="en-US"/>
        </a:p>
      </dgm:t>
    </dgm:pt>
    <dgm:pt modelId="{594ED4AF-D590-4269-B50B-CC2C2BE5AE43}" type="sibTrans" cxnId="{4B3BB2A3-9CF2-4D61-8B7B-06953D18D646}">
      <dgm:prSet/>
      <dgm:spPr/>
      <dgm:t>
        <a:bodyPr/>
        <a:lstStyle/>
        <a:p>
          <a:endParaRPr lang="en-US"/>
        </a:p>
      </dgm:t>
    </dgm:pt>
    <dgm:pt modelId="{6292BBBB-E4B3-4D91-ACEC-A022FB886354}" type="pres">
      <dgm:prSet presAssocID="{9C1B197C-7C25-4381-B0C4-D6E15742640B}" presName="outerComposite" presStyleCnt="0">
        <dgm:presLayoutVars>
          <dgm:chMax val="5"/>
          <dgm:dir/>
          <dgm:resizeHandles val="exact"/>
        </dgm:presLayoutVars>
      </dgm:prSet>
      <dgm:spPr/>
    </dgm:pt>
    <dgm:pt modelId="{0DDD6D70-B949-4394-BDC1-A22C9EB92BF0}" type="pres">
      <dgm:prSet presAssocID="{9C1B197C-7C25-4381-B0C4-D6E15742640B}" presName="dummyMaxCanvas" presStyleCnt="0">
        <dgm:presLayoutVars/>
      </dgm:prSet>
      <dgm:spPr/>
    </dgm:pt>
    <dgm:pt modelId="{B0C5B641-7FF1-4D29-A6F7-C387114C0A29}" type="pres">
      <dgm:prSet presAssocID="{9C1B197C-7C25-4381-B0C4-D6E15742640B}" presName="FourNodes_1" presStyleLbl="node1" presStyleIdx="0" presStyleCnt="4">
        <dgm:presLayoutVars>
          <dgm:bulletEnabled val="1"/>
        </dgm:presLayoutVars>
      </dgm:prSet>
      <dgm:spPr/>
    </dgm:pt>
    <dgm:pt modelId="{E577EED8-493E-43B6-B8B2-3BCEBDBBFFE5}" type="pres">
      <dgm:prSet presAssocID="{9C1B197C-7C25-4381-B0C4-D6E15742640B}" presName="FourNodes_2" presStyleLbl="node1" presStyleIdx="1" presStyleCnt="4">
        <dgm:presLayoutVars>
          <dgm:bulletEnabled val="1"/>
        </dgm:presLayoutVars>
      </dgm:prSet>
      <dgm:spPr/>
    </dgm:pt>
    <dgm:pt modelId="{CDA10E3B-3F26-43FE-94CD-38C6D74A289A}" type="pres">
      <dgm:prSet presAssocID="{9C1B197C-7C25-4381-B0C4-D6E15742640B}" presName="FourNodes_3" presStyleLbl="node1" presStyleIdx="2" presStyleCnt="4">
        <dgm:presLayoutVars>
          <dgm:bulletEnabled val="1"/>
        </dgm:presLayoutVars>
      </dgm:prSet>
      <dgm:spPr/>
    </dgm:pt>
    <dgm:pt modelId="{2BEE99EC-7330-4B5B-B4EE-5AD40FA4BA77}" type="pres">
      <dgm:prSet presAssocID="{9C1B197C-7C25-4381-B0C4-D6E15742640B}" presName="FourNodes_4" presStyleLbl="node1" presStyleIdx="3" presStyleCnt="4">
        <dgm:presLayoutVars>
          <dgm:bulletEnabled val="1"/>
        </dgm:presLayoutVars>
      </dgm:prSet>
      <dgm:spPr/>
    </dgm:pt>
    <dgm:pt modelId="{96D438EC-9587-4C0B-A9F7-662BDA09F758}" type="pres">
      <dgm:prSet presAssocID="{9C1B197C-7C25-4381-B0C4-D6E15742640B}" presName="FourConn_1-2" presStyleLbl="fgAccFollowNode1" presStyleIdx="0" presStyleCnt="3">
        <dgm:presLayoutVars>
          <dgm:bulletEnabled val="1"/>
        </dgm:presLayoutVars>
      </dgm:prSet>
      <dgm:spPr/>
    </dgm:pt>
    <dgm:pt modelId="{9063CB98-97E8-441C-AFFC-BD2966CE0967}" type="pres">
      <dgm:prSet presAssocID="{9C1B197C-7C25-4381-B0C4-D6E15742640B}" presName="FourConn_2-3" presStyleLbl="fgAccFollowNode1" presStyleIdx="1" presStyleCnt="3">
        <dgm:presLayoutVars>
          <dgm:bulletEnabled val="1"/>
        </dgm:presLayoutVars>
      </dgm:prSet>
      <dgm:spPr/>
    </dgm:pt>
    <dgm:pt modelId="{65CB96F7-7B24-41B2-B923-3E9574CABA73}" type="pres">
      <dgm:prSet presAssocID="{9C1B197C-7C25-4381-B0C4-D6E15742640B}" presName="FourConn_3-4" presStyleLbl="fgAccFollowNode1" presStyleIdx="2" presStyleCnt="3">
        <dgm:presLayoutVars>
          <dgm:bulletEnabled val="1"/>
        </dgm:presLayoutVars>
      </dgm:prSet>
      <dgm:spPr/>
    </dgm:pt>
    <dgm:pt modelId="{6DB60479-2AE6-48D7-BE25-F91A9F474465}" type="pres">
      <dgm:prSet presAssocID="{9C1B197C-7C25-4381-B0C4-D6E15742640B}" presName="FourNodes_1_text" presStyleLbl="node1" presStyleIdx="3" presStyleCnt="4">
        <dgm:presLayoutVars>
          <dgm:bulletEnabled val="1"/>
        </dgm:presLayoutVars>
      </dgm:prSet>
      <dgm:spPr/>
    </dgm:pt>
    <dgm:pt modelId="{FA31B2C5-B31A-4FD8-AB24-6728C3F0B522}" type="pres">
      <dgm:prSet presAssocID="{9C1B197C-7C25-4381-B0C4-D6E15742640B}" presName="FourNodes_2_text" presStyleLbl="node1" presStyleIdx="3" presStyleCnt="4">
        <dgm:presLayoutVars>
          <dgm:bulletEnabled val="1"/>
        </dgm:presLayoutVars>
      </dgm:prSet>
      <dgm:spPr/>
    </dgm:pt>
    <dgm:pt modelId="{D8BC3160-B2CE-481D-8005-D0E676887E57}" type="pres">
      <dgm:prSet presAssocID="{9C1B197C-7C25-4381-B0C4-D6E15742640B}" presName="FourNodes_3_text" presStyleLbl="node1" presStyleIdx="3" presStyleCnt="4">
        <dgm:presLayoutVars>
          <dgm:bulletEnabled val="1"/>
        </dgm:presLayoutVars>
      </dgm:prSet>
      <dgm:spPr/>
    </dgm:pt>
    <dgm:pt modelId="{6FEC8F9F-2EEE-4675-ACF1-255C06B8DFCF}" type="pres">
      <dgm:prSet presAssocID="{9C1B197C-7C25-4381-B0C4-D6E15742640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4783516-B498-4949-A7CC-1A2178C6C9FC}" type="presOf" srcId="{AB88BBC9-5C1C-4ACA-A372-EAD4A94BE824}" destId="{D8BC3160-B2CE-481D-8005-D0E676887E57}" srcOrd="1" destOrd="0" presId="urn:microsoft.com/office/officeart/2005/8/layout/vProcess5"/>
    <dgm:cxn modelId="{D1886832-6BD2-4DA8-9D25-7A1A0BF9B405}" srcId="{9C1B197C-7C25-4381-B0C4-D6E15742640B}" destId="{6B8FFCD2-8FFD-4523-98C9-6FF3CAD5C61A}" srcOrd="1" destOrd="0" parTransId="{408316A0-BF7E-4D89-9397-23B57FBB26F6}" sibTransId="{806AF8C3-6855-4476-BF60-25A3E1EC827E}"/>
    <dgm:cxn modelId="{5E672237-4C8C-41E9-A0F7-A9E413634E86}" type="presOf" srcId="{9C1B197C-7C25-4381-B0C4-D6E15742640B}" destId="{6292BBBB-E4B3-4D91-ACEC-A022FB886354}" srcOrd="0" destOrd="0" presId="urn:microsoft.com/office/officeart/2005/8/layout/vProcess5"/>
    <dgm:cxn modelId="{FC0D3938-0F85-4B69-8AC8-421D62788DA2}" type="presOf" srcId="{806AF8C3-6855-4476-BF60-25A3E1EC827E}" destId="{9063CB98-97E8-441C-AFFC-BD2966CE0967}" srcOrd="0" destOrd="0" presId="urn:microsoft.com/office/officeart/2005/8/layout/vProcess5"/>
    <dgm:cxn modelId="{2C2A373F-5635-4060-9988-83B5E9F81C7A}" type="presOf" srcId="{6B29BF49-1F02-4EE3-A02C-EB0B1062F6AA}" destId="{B0C5B641-7FF1-4D29-A6F7-C387114C0A29}" srcOrd="0" destOrd="0" presId="urn:microsoft.com/office/officeart/2005/8/layout/vProcess5"/>
    <dgm:cxn modelId="{C4A2E942-7F5D-4973-A8EE-14F27234C963}" type="presOf" srcId="{6B8FFCD2-8FFD-4523-98C9-6FF3CAD5C61A}" destId="{FA31B2C5-B31A-4FD8-AB24-6728C3F0B522}" srcOrd="1" destOrd="0" presId="urn:microsoft.com/office/officeart/2005/8/layout/vProcess5"/>
    <dgm:cxn modelId="{2C2A9869-571C-4669-8C4D-D23A9708D5FD}" type="presOf" srcId="{AC234A20-BCAD-4AEF-BDDD-9D59D7DDFADC}" destId="{65CB96F7-7B24-41B2-B923-3E9574CABA73}" srcOrd="0" destOrd="0" presId="urn:microsoft.com/office/officeart/2005/8/layout/vProcess5"/>
    <dgm:cxn modelId="{DC46D056-83BE-4006-9A32-C9E2A891DF42}" srcId="{9C1B197C-7C25-4381-B0C4-D6E15742640B}" destId="{6B29BF49-1F02-4EE3-A02C-EB0B1062F6AA}" srcOrd="0" destOrd="0" parTransId="{E9CF4D67-BEEB-42A5-83FA-5BB4940B0466}" sibTransId="{A317EBF3-DA54-4F07-9B21-7E0B451E4DD8}"/>
    <dgm:cxn modelId="{D5669E81-21C2-4E60-A0D7-A04B31CE7BCD}" type="presOf" srcId="{0C3DC12C-6667-4A40-94E7-B98C2FEFA58E}" destId="{6FEC8F9F-2EEE-4675-ACF1-255C06B8DFCF}" srcOrd="1" destOrd="0" presId="urn:microsoft.com/office/officeart/2005/8/layout/vProcess5"/>
    <dgm:cxn modelId="{C2D88887-C647-41A7-913A-39D6FF755A9F}" type="presOf" srcId="{A317EBF3-DA54-4F07-9B21-7E0B451E4DD8}" destId="{96D438EC-9587-4C0B-A9F7-662BDA09F758}" srcOrd="0" destOrd="0" presId="urn:microsoft.com/office/officeart/2005/8/layout/vProcess5"/>
    <dgm:cxn modelId="{E8E7D98F-4F95-4051-B4D0-AC2ECE00D2A5}" type="presOf" srcId="{0C3DC12C-6667-4A40-94E7-B98C2FEFA58E}" destId="{2BEE99EC-7330-4B5B-B4EE-5AD40FA4BA77}" srcOrd="0" destOrd="0" presId="urn:microsoft.com/office/officeart/2005/8/layout/vProcess5"/>
    <dgm:cxn modelId="{4B3BB2A3-9CF2-4D61-8B7B-06953D18D646}" srcId="{9C1B197C-7C25-4381-B0C4-D6E15742640B}" destId="{0C3DC12C-6667-4A40-94E7-B98C2FEFA58E}" srcOrd="3" destOrd="0" parTransId="{4536C846-FDCF-414A-AF3A-C0B998F119C4}" sibTransId="{594ED4AF-D590-4269-B50B-CC2C2BE5AE43}"/>
    <dgm:cxn modelId="{46B79BA7-A795-4CB2-B3E9-FBE1813931AE}" type="presOf" srcId="{6B8FFCD2-8FFD-4523-98C9-6FF3CAD5C61A}" destId="{E577EED8-493E-43B6-B8B2-3BCEBDBBFFE5}" srcOrd="0" destOrd="0" presId="urn:microsoft.com/office/officeart/2005/8/layout/vProcess5"/>
    <dgm:cxn modelId="{E0A032BC-642E-4D58-A0C7-2BA76A762B80}" srcId="{9C1B197C-7C25-4381-B0C4-D6E15742640B}" destId="{AB88BBC9-5C1C-4ACA-A372-EAD4A94BE824}" srcOrd="2" destOrd="0" parTransId="{41112CCD-D391-4D4D-92AB-339D9F52731D}" sibTransId="{AC234A20-BCAD-4AEF-BDDD-9D59D7DDFADC}"/>
    <dgm:cxn modelId="{93EE56C3-2DAF-4DE0-9CE9-0108CE5E0489}" type="presOf" srcId="{AB88BBC9-5C1C-4ACA-A372-EAD4A94BE824}" destId="{CDA10E3B-3F26-43FE-94CD-38C6D74A289A}" srcOrd="0" destOrd="0" presId="urn:microsoft.com/office/officeart/2005/8/layout/vProcess5"/>
    <dgm:cxn modelId="{271997F6-5DB3-4254-A91E-A1202BB6A2E6}" type="presOf" srcId="{6B29BF49-1F02-4EE3-A02C-EB0B1062F6AA}" destId="{6DB60479-2AE6-48D7-BE25-F91A9F474465}" srcOrd="1" destOrd="0" presId="urn:microsoft.com/office/officeart/2005/8/layout/vProcess5"/>
    <dgm:cxn modelId="{87845393-A98B-404E-AE78-2A98AF096F90}" type="presParOf" srcId="{6292BBBB-E4B3-4D91-ACEC-A022FB886354}" destId="{0DDD6D70-B949-4394-BDC1-A22C9EB92BF0}" srcOrd="0" destOrd="0" presId="urn:microsoft.com/office/officeart/2005/8/layout/vProcess5"/>
    <dgm:cxn modelId="{71D99D68-7687-4020-8EB4-33245BE6DE60}" type="presParOf" srcId="{6292BBBB-E4B3-4D91-ACEC-A022FB886354}" destId="{B0C5B641-7FF1-4D29-A6F7-C387114C0A29}" srcOrd="1" destOrd="0" presId="urn:microsoft.com/office/officeart/2005/8/layout/vProcess5"/>
    <dgm:cxn modelId="{DD0B9589-2390-4017-BFD1-E4A91A63AAD1}" type="presParOf" srcId="{6292BBBB-E4B3-4D91-ACEC-A022FB886354}" destId="{E577EED8-493E-43B6-B8B2-3BCEBDBBFFE5}" srcOrd="2" destOrd="0" presId="urn:microsoft.com/office/officeart/2005/8/layout/vProcess5"/>
    <dgm:cxn modelId="{4364817A-E5F1-41C6-B2DD-93A737E1E702}" type="presParOf" srcId="{6292BBBB-E4B3-4D91-ACEC-A022FB886354}" destId="{CDA10E3B-3F26-43FE-94CD-38C6D74A289A}" srcOrd="3" destOrd="0" presId="urn:microsoft.com/office/officeart/2005/8/layout/vProcess5"/>
    <dgm:cxn modelId="{495D99B0-6246-440B-9CEE-21181EA4A089}" type="presParOf" srcId="{6292BBBB-E4B3-4D91-ACEC-A022FB886354}" destId="{2BEE99EC-7330-4B5B-B4EE-5AD40FA4BA77}" srcOrd="4" destOrd="0" presId="urn:microsoft.com/office/officeart/2005/8/layout/vProcess5"/>
    <dgm:cxn modelId="{717914E8-9975-4F70-8758-C7F572284714}" type="presParOf" srcId="{6292BBBB-E4B3-4D91-ACEC-A022FB886354}" destId="{96D438EC-9587-4C0B-A9F7-662BDA09F758}" srcOrd="5" destOrd="0" presId="urn:microsoft.com/office/officeart/2005/8/layout/vProcess5"/>
    <dgm:cxn modelId="{1E6601EC-8ED6-4329-92DC-0236787ADA3C}" type="presParOf" srcId="{6292BBBB-E4B3-4D91-ACEC-A022FB886354}" destId="{9063CB98-97E8-441C-AFFC-BD2966CE0967}" srcOrd="6" destOrd="0" presId="urn:microsoft.com/office/officeart/2005/8/layout/vProcess5"/>
    <dgm:cxn modelId="{5E81F961-EF56-4F89-982C-1DB3890FA0BE}" type="presParOf" srcId="{6292BBBB-E4B3-4D91-ACEC-A022FB886354}" destId="{65CB96F7-7B24-41B2-B923-3E9574CABA73}" srcOrd="7" destOrd="0" presId="urn:microsoft.com/office/officeart/2005/8/layout/vProcess5"/>
    <dgm:cxn modelId="{E60A53BF-52AC-4972-A4C2-AEBBAACDBE32}" type="presParOf" srcId="{6292BBBB-E4B3-4D91-ACEC-A022FB886354}" destId="{6DB60479-2AE6-48D7-BE25-F91A9F474465}" srcOrd="8" destOrd="0" presId="urn:microsoft.com/office/officeart/2005/8/layout/vProcess5"/>
    <dgm:cxn modelId="{6847AEA0-E259-4ECE-8D42-8FC0719E5951}" type="presParOf" srcId="{6292BBBB-E4B3-4D91-ACEC-A022FB886354}" destId="{FA31B2C5-B31A-4FD8-AB24-6728C3F0B522}" srcOrd="9" destOrd="0" presId="urn:microsoft.com/office/officeart/2005/8/layout/vProcess5"/>
    <dgm:cxn modelId="{51187812-F50C-4F42-86FD-51CCB37EA06E}" type="presParOf" srcId="{6292BBBB-E4B3-4D91-ACEC-A022FB886354}" destId="{D8BC3160-B2CE-481D-8005-D0E676887E57}" srcOrd="10" destOrd="0" presId="urn:microsoft.com/office/officeart/2005/8/layout/vProcess5"/>
    <dgm:cxn modelId="{2FAA6336-A93C-4BF4-922A-F9FBC11CD1BA}" type="presParOf" srcId="{6292BBBB-E4B3-4D91-ACEC-A022FB886354}" destId="{6FEC8F9F-2EEE-4675-ACF1-255C06B8DFC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E0F42D-6488-44ED-9E3F-E568FA5B1763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9E475E-3E5B-4F85-819C-6696218707BD}">
      <dgm:prSet/>
      <dgm:spPr/>
      <dgm:t>
        <a:bodyPr/>
        <a:lstStyle/>
        <a:p>
          <a:r>
            <a:rPr lang="en-US" b="0" i="0" baseline="0"/>
            <a:t>Identify phishing and social engineering indicators</a:t>
          </a:r>
          <a:endParaRPr lang="en-US"/>
        </a:p>
      </dgm:t>
    </dgm:pt>
    <dgm:pt modelId="{73CBEE78-ACCB-40F0-8FC1-8F457929D05C}" type="parTrans" cxnId="{6D20A6E4-230E-4D9E-A2C4-2216E7A2DFD1}">
      <dgm:prSet/>
      <dgm:spPr/>
      <dgm:t>
        <a:bodyPr/>
        <a:lstStyle/>
        <a:p>
          <a:endParaRPr lang="en-US"/>
        </a:p>
      </dgm:t>
    </dgm:pt>
    <dgm:pt modelId="{A8C74D34-AED1-4F45-88CE-4ADA9205040E}" type="sibTrans" cxnId="{6D20A6E4-230E-4D9E-A2C4-2216E7A2DFD1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09236361-94FD-437D-9456-A453CF173656}">
      <dgm:prSet/>
      <dgm:spPr/>
      <dgm:t>
        <a:bodyPr/>
        <a:lstStyle/>
        <a:p>
          <a:r>
            <a:rPr lang="en-US" b="0" i="0" baseline="0"/>
            <a:t>Apply secure decision-making in real scenarios</a:t>
          </a:r>
          <a:endParaRPr lang="en-US"/>
        </a:p>
      </dgm:t>
    </dgm:pt>
    <dgm:pt modelId="{7836BCC5-A0CB-4B5F-B185-763A94B83126}" type="parTrans" cxnId="{C0A35C83-ACBE-42F1-B036-C9D37513E0B7}">
      <dgm:prSet/>
      <dgm:spPr/>
      <dgm:t>
        <a:bodyPr/>
        <a:lstStyle/>
        <a:p>
          <a:endParaRPr lang="en-US"/>
        </a:p>
      </dgm:t>
    </dgm:pt>
    <dgm:pt modelId="{23022C44-6AD4-4F6F-A449-7E2F710BBE62}" type="sibTrans" cxnId="{C0A35C83-ACBE-42F1-B036-C9D37513E0B7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D59BB8BB-A2C0-4407-BB6D-7C71EA623E85}">
      <dgm:prSet/>
      <dgm:spPr/>
      <dgm:t>
        <a:bodyPr/>
        <a:lstStyle/>
        <a:p>
          <a:r>
            <a:rPr lang="en-US" b="0" i="0" baseline="0"/>
            <a:t>Respond correctly to suspected security incidents</a:t>
          </a:r>
          <a:endParaRPr lang="en-US"/>
        </a:p>
      </dgm:t>
    </dgm:pt>
    <dgm:pt modelId="{03D4B9EE-0FEE-4266-92A2-841313103F92}" type="parTrans" cxnId="{C42D75FD-CB82-43DE-8F27-8053441ED403}">
      <dgm:prSet/>
      <dgm:spPr/>
      <dgm:t>
        <a:bodyPr/>
        <a:lstStyle/>
        <a:p>
          <a:endParaRPr lang="en-US"/>
        </a:p>
      </dgm:t>
    </dgm:pt>
    <dgm:pt modelId="{3C55E412-A49B-455C-94B7-8F6733D8E757}" type="sibTrans" cxnId="{C42D75FD-CB82-43DE-8F27-8053441ED403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CF3AE56-1ED9-43A8-90F9-4C2382330AA5}">
      <dgm:prSet/>
      <dgm:spPr/>
      <dgm:t>
        <a:bodyPr/>
        <a:lstStyle/>
        <a:p>
          <a:r>
            <a:rPr lang="en-US" b="0" i="0" baseline="0"/>
            <a:t>Understand employee responsibilities in security awareness</a:t>
          </a:r>
          <a:endParaRPr lang="en-US"/>
        </a:p>
      </dgm:t>
    </dgm:pt>
    <dgm:pt modelId="{0532E260-C149-4CE7-92F9-60C4F5FADDAD}" type="parTrans" cxnId="{6D51D378-42F9-455E-B062-DF6A086EE23C}">
      <dgm:prSet/>
      <dgm:spPr/>
      <dgm:t>
        <a:bodyPr/>
        <a:lstStyle/>
        <a:p>
          <a:endParaRPr lang="en-US"/>
        </a:p>
      </dgm:t>
    </dgm:pt>
    <dgm:pt modelId="{18B81E11-3AD2-494D-8D29-3CA3C358D3DC}" type="sibTrans" cxnId="{6D51D378-42F9-455E-B062-DF6A086EE23C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753AE790-12E9-4904-BD43-98D476FA6FBB}" type="pres">
      <dgm:prSet presAssocID="{F2E0F42D-6488-44ED-9E3F-E568FA5B1763}" presName="Name0" presStyleCnt="0">
        <dgm:presLayoutVars>
          <dgm:animLvl val="lvl"/>
          <dgm:resizeHandles val="exact"/>
        </dgm:presLayoutVars>
      </dgm:prSet>
      <dgm:spPr/>
    </dgm:pt>
    <dgm:pt modelId="{3A93CB83-8BC1-46F2-9510-72865A65B9BD}" type="pres">
      <dgm:prSet presAssocID="{3D9E475E-3E5B-4F85-819C-6696218707BD}" presName="compositeNode" presStyleCnt="0">
        <dgm:presLayoutVars>
          <dgm:bulletEnabled val="1"/>
        </dgm:presLayoutVars>
      </dgm:prSet>
      <dgm:spPr/>
    </dgm:pt>
    <dgm:pt modelId="{EA9E836A-415E-4CFE-90DB-FD249C2D78BD}" type="pres">
      <dgm:prSet presAssocID="{3D9E475E-3E5B-4F85-819C-6696218707BD}" presName="bgRect" presStyleLbl="alignNode1" presStyleIdx="0" presStyleCnt="4"/>
      <dgm:spPr/>
    </dgm:pt>
    <dgm:pt modelId="{F5251525-9B00-4B5E-9899-290FD0220E11}" type="pres">
      <dgm:prSet presAssocID="{A8C74D34-AED1-4F45-88CE-4ADA9205040E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6E1B8FC1-F5D2-4043-AB75-2C7527BC0097}" type="pres">
      <dgm:prSet presAssocID="{3D9E475E-3E5B-4F85-819C-6696218707BD}" presName="nodeRect" presStyleLbl="alignNode1" presStyleIdx="0" presStyleCnt="4">
        <dgm:presLayoutVars>
          <dgm:bulletEnabled val="1"/>
        </dgm:presLayoutVars>
      </dgm:prSet>
      <dgm:spPr/>
    </dgm:pt>
    <dgm:pt modelId="{39484378-A21D-4606-BC2B-78A5D1D345FE}" type="pres">
      <dgm:prSet presAssocID="{A8C74D34-AED1-4F45-88CE-4ADA9205040E}" presName="sibTrans" presStyleCnt="0"/>
      <dgm:spPr/>
    </dgm:pt>
    <dgm:pt modelId="{5E57CB64-5127-4F08-A9BA-D4374791B93B}" type="pres">
      <dgm:prSet presAssocID="{09236361-94FD-437D-9456-A453CF173656}" presName="compositeNode" presStyleCnt="0">
        <dgm:presLayoutVars>
          <dgm:bulletEnabled val="1"/>
        </dgm:presLayoutVars>
      </dgm:prSet>
      <dgm:spPr/>
    </dgm:pt>
    <dgm:pt modelId="{B3DC89C7-E6D3-456F-88AF-0C0D39E07DCB}" type="pres">
      <dgm:prSet presAssocID="{09236361-94FD-437D-9456-A453CF173656}" presName="bgRect" presStyleLbl="alignNode1" presStyleIdx="1" presStyleCnt="4"/>
      <dgm:spPr/>
    </dgm:pt>
    <dgm:pt modelId="{EE77CCC2-41D8-4B7F-9146-CC04089AA902}" type="pres">
      <dgm:prSet presAssocID="{23022C44-6AD4-4F6F-A449-7E2F710BBE62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745C7E3A-C865-4693-92E4-4B159E7EAB6B}" type="pres">
      <dgm:prSet presAssocID="{09236361-94FD-437D-9456-A453CF173656}" presName="nodeRect" presStyleLbl="alignNode1" presStyleIdx="1" presStyleCnt="4">
        <dgm:presLayoutVars>
          <dgm:bulletEnabled val="1"/>
        </dgm:presLayoutVars>
      </dgm:prSet>
      <dgm:spPr/>
    </dgm:pt>
    <dgm:pt modelId="{27CB26D4-CCDB-446A-88A4-3DFA07350BF3}" type="pres">
      <dgm:prSet presAssocID="{23022C44-6AD4-4F6F-A449-7E2F710BBE62}" presName="sibTrans" presStyleCnt="0"/>
      <dgm:spPr/>
    </dgm:pt>
    <dgm:pt modelId="{FF41D37E-8683-46CA-ACA3-C84EAAE3E85E}" type="pres">
      <dgm:prSet presAssocID="{D59BB8BB-A2C0-4407-BB6D-7C71EA623E85}" presName="compositeNode" presStyleCnt="0">
        <dgm:presLayoutVars>
          <dgm:bulletEnabled val="1"/>
        </dgm:presLayoutVars>
      </dgm:prSet>
      <dgm:spPr/>
    </dgm:pt>
    <dgm:pt modelId="{AAC8D3CB-0C36-4500-AFCF-31F52409AB91}" type="pres">
      <dgm:prSet presAssocID="{D59BB8BB-A2C0-4407-BB6D-7C71EA623E85}" presName="bgRect" presStyleLbl="alignNode1" presStyleIdx="2" presStyleCnt="4"/>
      <dgm:spPr/>
    </dgm:pt>
    <dgm:pt modelId="{01093CEF-5717-412D-B71B-1253AF64CD6B}" type="pres">
      <dgm:prSet presAssocID="{3C55E412-A49B-455C-94B7-8F6733D8E757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5277902D-7EE4-45C6-89D8-356B22B86067}" type="pres">
      <dgm:prSet presAssocID="{D59BB8BB-A2C0-4407-BB6D-7C71EA623E85}" presName="nodeRect" presStyleLbl="alignNode1" presStyleIdx="2" presStyleCnt="4">
        <dgm:presLayoutVars>
          <dgm:bulletEnabled val="1"/>
        </dgm:presLayoutVars>
      </dgm:prSet>
      <dgm:spPr/>
    </dgm:pt>
    <dgm:pt modelId="{C5D28A74-4911-4CE2-A9D8-5F4A8B928F1B}" type="pres">
      <dgm:prSet presAssocID="{3C55E412-A49B-455C-94B7-8F6733D8E757}" presName="sibTrans" presStyleCnt="0"/>
      <dgm:spPr/>
    </dgm:pt>
    <dgm:pt modelId="{2ED0559E-1D8F-430B-8163-FA83F42A19AF}" type="pres">
      <dgm:prSet presAssocID="{5CF3AE56-1ED9-43A8-90F9-4C2382330AA5}" presName="compositeNode" presStyleCnt="0">
        <dgm:presLayoutVars>
          <dgm:bulletEnabled val="1"/>
        </dgm:presLayoutVars>
      </dgm:prSet>
      <dgm:spPr/>
    </dgm:pt>
    <dgm:pt modelId="{02131598-A63B-4E96-AFD3-F36E2E6E3F8D}" type="pres">
      <dgm:prSet presAssocID="{5CF3AE56-1ED9-43A8-90F9-4C2382330AA5}" presName="bgRect" presStyleLbl="alignNode1" presStyleIdx="3" presStyleCnt="4"/>
      <dgm:spPr/>
    </dgm:pt>
    <dgm:pt modelId="{BDC50CB6-51D5-4955-BAA1-BB864106123B}" type="pres">
      <dgm:prSet presAssocID="{18B81E11-3AD2-494D-8D29-3CA3C358D3DC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F1D8F71B-F010-46C4-BF41-1C9BA18C1503}" type="pres">
      <dgm:prSet presAssocID="{5CF3AE56-1ED9-43A8-90F9-4C2382330AA5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645B660C-D0D3-4AB7-9CEC-C2BF0503D87D}" type="presOf" srcId="{3C55E412-A49B-455C-94B7-8F6733D8E757}" destId="{01093CEF-5717-412D-B71B-1253AF64CD6B}" srcOrd="0" destOrd="0" presId="urn:microsoft.com/office/officeart/2016/7/layout/LinearBlockProcessNumbered"/>
    <dgm:cxn modelId="{3685A010-5239-4904-81B2-7B3A68BB350E}" type="presOf" srcId="{3D9E475E-3E5B-4F85-819C-6696218707BD}" destId="{EA9E836A-415E-4CFE-90DB-FD249C2D78BD}" srcOrd="0" destOrd="0" presId="urn:microsoft.com/office/officeart/2016/7/layout/LinearBlockProcessNumbered"/>
    <dgm:cxn modelId="{23801D3E-75CD-48A3-9FB7-98D4A93E27DC}" type="presOf" srcId="{5CF3AE56-1ED9-43A8-90F9-4C2382330AA5}" destId="{F1D8F71B-F010-46C4-BF41-1C9BA18C1503}" srcOrd="1" destOrd="0" presId="urn:microsoft.com/office/officeart/2016/7/layout/LinearBlockProcessNumbered"/>
    <dgm:cxn modelId="{5737EB4A-87B9-4BFF-BE85-499A667E5809}" type="presOf" srcId="{09236361-94FD-437D-9456-A453CF173656}" destId="{B3DC89C7-E6D3-456F-88AF-0C0D39E07DCB}" srcOrd="0" destOrd="0" presId="urn:microsoft.com/office/officeart/2016/7/layout/LinearBlockProcessNumbered"/>
    <dgm:cxn modelId="{07668155-CA2D-4A24-82F5-DA2E507A2ACE}" type="presOf" srcId="{D59BB8BB-A2C0-4407-BB6D-7C71EA623E85}" destId="{AAC8D3CB-0C36-4500-AFCF-31F52409AB91}" srcOrd="0" destOrd="0" presId="urn:microsoft.com/office/officeart/2016/7/layout/LinearBlockProcessNumbered"/>
    <dgm:cxn modelId="{6D51D378-42F9-455E-B062-DF6A086EE23C}" srcId="{F2E0F42D-6488-44ED-9E3F-E568FA5B1763}" destId="{5CF3AE56-1ED9-43A8-90F9-4C2382330AA5}" srcOrd="3" destOrd="0" parTransId="{0532E260-C149-4CE7-92F9-60C4F5FADDAD}" sibTransId="{18B81E11-3AD2-494D-8D29-3CA3C358D3DC}"/>
    <dgm:cxn modelId="{C0A35C83-ACBE-42F1-B036-C9D37513E0B7}" srcId="{F2E0F42D-6488-44ED-9E3F-E568FA5B1763}" destId="{09236361-94FD-437D-9456-A453CF173656}" srcOrd="1" destOrd="0" parTransId="{7836BCC5-A0CB-4B5F-B185-763A94B83126}" sibTransId="{23022C44-6AD4-4F6F-A449-7E2F710BBE62}"/>
    <dgm:cxn modelId="{B74E3884-02C4-4AE8-B444-52A120EDDC68}" type="presOf" srcId="{F2E0F42D-6488-44ED-9E3F-E568FA5B1763}" destId="{753AE790-12E9-4904-BD43-98D476FA6FBB}" srcOrd="0" destOrd="0" presId="urn:microsoft.com/office/officeart/2016/7/layout/LinearBlockProcessNumbered"/>
    <dgm:cxn modelId="{7B967C94-D780-4DB0-8BE1-12629DED9A17}" type="presOf" srcId="{5CF3AE56-1ED9-43A8-90F9-4C2382330AA5}" destId="{02131598-A63B-4E96-AFD3-F36E2E6E3F8D}" srcOrd="0" destOrd="0" presId="urn:microsoft.com/office/officeart/2016/7/layout/LinearBlockProcessNumbered"/>
    <dgm:cxn modelId="{B3A5C794-59A3-4C13-845F-F9B513196FBE}" type="presOf" srcId="{D59BB8BB-A2C0-4407-BB6D-7C71EA623E85}" destId="{5277902D-7EE4-45C6-89D8-356B22B86067}" srcOrd="1" destOrd="0" presId="urn:microsoft.com/office/officeart/2016/7/layout/LinearBlockProcessNumbered"/>
    <dgm:cxn modelId="{6E4E7898-7E6C-465A-A7D4-C71272CF0D84}" type="presOf" srcId="{3D9E475E-3E5B-4F85-819C-6696218707BD}" destId="{6E1B8FC1-F5D2-4043-AB75-2C7527BC0097}" srcOrd="1" destOrd="0" presId="urn:microsoft.com/office/officeart/2016/7/layout/LinearBlockProcessNumbered"/>
    <dgm:cxn modelId="{1CC66BD9-CD9D-40D3-88A6-538B73A2B490}" type="presOf" srcId="{A8C74D34-AED1-4F45-88CE-4ADA9205040E}" destId="{F5251525-9B00-4B5E-9899-290FD0220E11}" srcOrd="0" destOrd="0" presId="urn:microsoft.com/office/officeart/2016/7/layout/LinearBlockProcessNumbered"/>
    <dgm:cxn modelId="{777582DC-F918-4FCE-A438-957CC2E7F43A}" type="presOf" srcId="{09236361-94FD-437D-9456-A453CF173656}" destId="{745C7E3A-C865-4693-92E4-4B159E7EAB6B}" srcOrd="1" destOrd="0" presId="urn:microsoft.com/office/officeart/2016/7/layout/LinearBlockProcessNumbered"/>
    <dgm:cxn modelId="{B75C39E2-C686-41BB-A12F-AFE0877CCF8A}" type="presOf" srcId="{23022C44-6AD4-4F6F-A449-7E2F710BBE62}" destId="{EE77CCC2-41D8-4B7F-9146-CC04089AA902}" srcOrd="0" destOrd="0" presId="urn:microsoft.com/office/officeart/2016/7/layout/LinearBlockProcessNumbered"/>
    <dgm:cxn modelId="{6D20A6E4-230E-4D9E-A2C4-2216E7A2DFD1}" srcId="{F2E0F42D-6488-44ED-9E3F-E568FA5B1763}" destId="{3D9E475E-3E5B-4F85-819C-6696218707BD}" srcOrd="0" destOrd="0" parTransId="{73CBEE78-ACCB-40F0-8FC1-8F457929D05C}" sibTransId="{A8C74D34-AED1-4F45-88CE-4ADA9205040E}"/>
    <dgm:cxn modelId="{5F7F45EE-FFE0-4E85-BF7A-66CE488D7A27}" type="presOf" srcId="{18B81E11-3AD2-494D-8D29-3CA3C358D3DC}" destId="{BDC50CB6-51D5-4955-BAA1-BB864106123B}" srcOrd="0" destOrd="0" presId="urn:microsoft.com/office/officeart/2016/7/layout/LinearBlockProcessNumbered"/>
    <dgm:cxn modelId="{C42D75FD-CB82-43DE-8F27-8053441ED403}" srcId="{F2E0F42D-6488-44ED-9E3F-E568FA5B1763}" destId="{D59BB8BB-A2C0-4407-BB6D-7C71EA623E85}" srcOrd="2" destOrd="0" parTransId="{03D4B9EE-0FEE-4266-92A2-841313103F92}" sibTransId="{3C55E412-A49B-455C-94B7-8F6733D8E757}"/>
    <dgm:cxn modelId="{7E9F5C03-6666-47B0-9976-8F5F2CF535E6}" type="presParOf" srcId="{753AE790-12E9-4904-BD43-98D476FA6FBB}" destId="{3A93CB83-8BC1-46F2-9510-72865A65B9BD}" srcOrd="0" destOrd="0" presId="urn:microsoft.com/office/officeart/2016/7/layout/LinearBlockProcessNumbered"/>
    <dgm:cxn modelId="{937F58AA-6586-40FD-B478-31744FF8D015}" type="presParOf" srcId="{3A93CB83-8BC1-46F2-9510-72865A65B9BD}" destId="{EA9E836A-415E-4CFE-90DB-FD249C2D78BD}" srcOrd="0" destOrd="0" presId="urn:microsoft.com/office/officeart/2016/7/layout/LinearBlockProcessNumbered"/>
    <dgm:cxn modelId="{C9AED229-06E3-4BFD-9939-C901AD1D37C3}" type="presParOf" srcId="{3A93CB83-8BC1-46F2-9510-72865A65B9BD}" destId="{F5251525-9B00-4B5E-9899-290FD0220E11}" srcOrd="1" destOrd="0" presId="urn:microsoft.com/office/officeart/2016/7/layout/LinearBlockProcessNumbered"/>
    <dgm:cxn modelId="{D65E6307-F07A-46F4-B34E-B61584537348}" type="presParOf" srcId="{3A93CB83-8BC1-46F2-9510-72865A65B9BD}" destId="{6E1B8FC1-F5D2-4043-AB75-2C7527BC0097}" srcOrd="2" destOrd="0" presId="urn:microsoft.com/office/officeart/2016/7/layout/LinearBlockProcessNumbered"/>
    <dgm:cxn modelId="{8E9817F7-7300-42EA-9612-0E21DDE7AF64}" type="presParOf" srcId="{753AE790-12E9-4904-BD43-98D476FA6FBB}" destId="{39484378-A21D-4606-BC2B-78A5D1D345FE}" srcOrd="1" destOrd="0" presId="urn:microsoft.com/office/officeart/2016/7/layout/LinearBlockProcessNumbered"/>
    <dgm:cxn modelId="{E40884CD-592A-4698-A10E-8D2AAA2BADD9}" type="presParOf" srcId="{753AE790-12E9-4904-BD43-98D476FA6FBB}" destId="{5E57CB64-5127-4F08-A9BA-D4374791B93B}" srcOrd="2" destOrd="0" presId="urn:microsoft.com/office/officeart/2016/7/layout/LinearBlockProcessNumbered"/>
    <dgm:cxn modelId="{627D52BD-4CAD-4C0E-BB8C-9058279A7FD7}" type="presParOf" srcId="{5E57CB64-5127-4F08-A9BA-D4374791B93B}" destId="{B3DC89C7-E6D3-456F-88AF-0C0D39E07DCB}" srcOrd="0" destOrd="0" presId="urn:microsoft.com/office/officeart/2016/7/layout/LinearBlockProcessNumbered"/>
    <dgm:cxn modelId="{574CDBC3-504D-4A13-A997-C83DFD3D81EC}" type="presParOf" srcId="{5E57CB64-5127-4F08-A9BA-D4374791B93B}" destId="{EE77CCC2-41D8-4B7F-9146-CC04089AA902}" srcOrd="1" destOrd="0" presId="urn:microsoft.com/office/officeart/2016/7/layout/LinearBlockProcessNumbered"/>
    <dgm:cxn modelId="{AE3ABB28-9356-43BE-97CB-620CF0A967DB}" type="presParOf" srcId="{5E57CB64-5127-4F08-A9BA-D4374791B93B}" destId="{745C7E3A-C865-4693-92E4-4B159E7EAB6B}" srcOrd="2" destOrd="0" presId="urn:microsoft.com/office/officeart/2016/7/layout/LinearBlockProcessNumbered"/>
    <dgm:cxn modelId="{F5FBE44E-A763-4AA6-AAB3-C2A4BEE5D908}" type="presParOf" srcId="{753AE790-12E9-4904-BD43-98D476FA6FBB}" destId="{27CB26D4-CCDB-446A-88A4-3DFA07350BF3}" srcOrd="3" destOrd="0" presId="urn:microsoft.com/office/officeart/2016/7/layout/LinearBlockProcessNumbered"/>
    <dgm:cxn modelId="{CA926C45-9658-4FB3-8E5B-53624380DB22}" type="presParOf" srcId="{753AE790-12E9-4904-BD43-98D476FA6FBB}" destId="{FF41D37E-8683-46CA-ACA3-C84EAAE3E85E}" srcOrd="4" destOrd="0" presId="urn:microsoft.com/office/officeart/2016/7/layout/LinearBlockProcessNumbered"/>
    <dgm:cxn modelId="{E96DCC8D-74CB-48C2-9C97-2616605C2250}" type="presParOf" srcId="{FF41D37E-8683-46CA-ACA3-C84EAAE3E85E}" destId="{AAC8D3CB-0C36-4500-AFCF-31F52409AB91}" srcOrd="0" destOrd="0" presId="urn:microsoft.com/office/officeart/2016/7/layout/LinearBlockProcessNumbered"/>
    <dgm:cxn modelId="{E53558D9-5B94-44F9-AFE2-24254E8D5267}" type="presParOf" srcId="{FF41D37E-8683-46CA-ACA3-C84EAAE3E85E}" destId="{01093CEF-5717-412D-B71B-1253AF64CD6B}" srcOrd="1" destOrd="0" presId="urn:microsoft.com/office/officeart/2016/7/layout/LinearBlockProcessNumbered"/>
    <dgm:cxn modelId="{F10C97FB-E9B8-41A6-B58B-C0D1BDAD0D7C}" type="presParOf" srcId="{FF41D37E-8683-46CA-ACA3-C84EAAE3E85E}" destId="{5277902D-7EE4-45C6-89D8-356B22B86067}" srcOrd="2" destOrd="0" presId="urn:microsoft.com/office/officeart/2016/7/layout/LinearBlockProcessNumbered"/>
    <dgm:cxn modelId="{D564A085-2855-4AB7-83AD-3147A1E52690}" type="presParOf" srcId="{753AE790-12E9-4904-BD43-98D476FA6FBB}" destId="{C5D28A74-4911-4CE2-A9D8-5F4A8B928F1B}" srcOrd="5" destOrd="0" presId="urn:microsoft.com/office/officeart/2016/7/layout/LinearBlockProcessNumbered"/>
    <dgm:cxn modelId="{9AAA5F11-9A35-4FE7-84A3-5DE6C1EC96A7}" type="presParOf" srcId="{753AE790-12E9-4904-BD43-98D476FA6FBB}" destId="{2ED0559E-1D8F-430B-8163-FA83F42A19AF}" srcOrd="6" destOrd="0" presId="urn:microsoft.com/office/officeart/2016/7/layout/LinearBlockProcessNumbered"/>
    <dgm:cxn modelId="{B30A2685-B53C-44D6-A63C-621DCDB3C25B}" type="presParOf" srcId="{2ED0559E-1D8F-430B-8163-FA83F42A19AF}" destId="{02131598-A63B-4E96-AFD3-F36E2E6E3F8D}" srcOrd="0" destOrd="0" presId="urn:microsoft.com/office/officeart/2016/7/layout/LinearBlockProcessNumbered"/>
    <dgm:cxn modelId="{DAF1F947-F9D6-4F69-916E-D5C34469E36A}" type="presParOf" srcId="{2ED0559E-1D8F-430B-8163-FA83F42A19AF}" destId="{BDC50CB6-51D5-4955-BAA1-BB864106123B}" srcOrd="1" destOrd="0" presId="urn:microsoft.com/office/officeart/2016/7/layout/LinearBlockProcessNumbered"/>
    <dgm:cxn modelId="{95A69B33-99A4-46F6-97F7-797D45C2F152}" type="presParOf" srcId="{2ED0559E-1D8F-430B-8163-FA83F42A19AF}" destId="{F1D8F71B-F010-46C4-BF41-1C9BA18C150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2D336E-80AB-4575-B611-ABF3696CACE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09904AC-C706-4DF2-8284-A64C3761CC4A}">
      <dgm:prSet/>
      <dgm:spPr/>
      <dgm:t>
        <a:bodyPr/>
        <a:lstStyle/>
        <a:p>
          <a:pPr>
            <a:defRPr cap="all"/>
          </a:pPr>
          <a:r>
            <a:rPr lang="en-US"/>
            <a:t>Correct Answer: C</a:t>
          </a:r>
        </a:p>
      </dgm:t>
    </dgm:pt>
    <dgm:pt modelId="{8866926E-A821-4659-92EE-94BCE3995081}" type="parTrans" cxnId="{CEEAE18B-D309-428C-8201-61EA4B8B1D98}">
      <dgm:prSet/>
      <dgm:spPr/>
      <dgm:t>
        <a:bodyPr/>
        <a:lstStyle/>
        <a:p>
          <a:endParaRPr lang="en-US"/>
        </a:p>
      </dgm:t>
    </dgm:pt>
    <dgm:pt modelId="{B59EF90B-CCEC-424B-A540-9246E69A2D98}" type="sibTrans" cxnId="{CEEAE18B-D309-428C-8201-61EA4B8B1D98}">
      <dgm:prSet/>
      <dgm:spPr/>
      <dgm:t>
        <a:bodyPr/>
        <a:lstStyle/>
        <a:p>
          <a:endParaRPr lang="en-US"/>
        </a:p>
      </dgm:t>
    </dgm:pt>
    <dgm:pt modelId="{2B439805-0755-41E6-9312-7387C251B3D7}">
      <dgm:prSet/>
      <dgm:spPr/>
      <dgm:t>
        <a:bodyPr/>
        <a:lstStyle/>
        <a:p>
          <a:pPr>
            <a:defRPr cap="all"/>
          </a:pPr>
          <a:r>
            <a:rPr lang="en-US"/>
            <a:t>Hovering over links helps identify malicious URLs</a:t>
          </a:r>
        </a:p>
      </dgm:t>
    </dgm:pt>
    <dgm:pt modelId="{A032E41F-2039-481F-81DB-D70BA862CD17}" type="parTrans" cxnId="{792BE1FC-2912-446F-BD6B-35E6D3766BD5}">
      <dgm:prSet/>
      <dgm:spPr/>
      <dgm:t>
        <a:bodyPr/>
        <a:lstStyle/>
        <a:p>
          <a:endParaRPr lang="en-US"/>
        </a:p>
      </dgm:t>
    </dgm:pt>
    <dgm:pt modelId="{3E45F391-C5B2-4D0A-957D-304B87D2DD39}" type="sibTrans" cxnId="{792BE1FC-2912-446F-BD6B-35E6D3766BD5}">
      <dgm:prSet/>
      <dgm:spPr/>
      <dgm:t>
        <a:bodyPr/>
        <a:lstStyle/>
        <a:p>
          <a:endParaRPr lang="en-US"/>
        </a:p>
      </dgm:t>
    </dgm:pt>
    <dgm:pt modelId="{7276B111-2AA0-477F-B3FF-B014015CABE2}">
      <dgm:prSet/>
      <dgm:spPr/>
      <dgm:t>
        <a:bodyPr/>
        <a:lstStyle/>
        <a:p>
          <a:pPr>
            <a:defRPr cap="all"/>
          </a:pPr>
          <a:r>
            <a:rPr lang="en-US"/>
            <a:t>Reporting phishing helps protect the organization</a:t>
          </a:r>
        </a:p>
      </dgm:t>
    </dgm:pt>
    <dgm:pt modelId="{47DE15AE-1E3D-4F72-A579-1C1513E08C6D}" type="parTrans" cxnId="{C79D6D33-7F57-49DD-B5D6-DF0DE9DA7474}">
      <dgm:prSet/>
      <dgm:spPr/>
      <dgm:t>
        <a:bodyPr/>
        <a:lstStyle/>
        <a:p>
          <a:endParaRPr lang="en-US"/>
        </a:p>
      </dgm:t>
    </dgm:pt>
    <dgm:pt modelId="{D16C9B29-6E04-47B8-832C-14DA3AC23786}" type="sibTrans" cxnId="{C79D6D33-7F57-49DD-B5D6-DF0DE9DA7474}">
      <dgm:prSet/>
      <dgm:spPr/>
      <dgm:t>
        <a:bodyPr/>
        <a:lstStyle/>
        <a:p>
          <a:endParaRPr lang="en-US"/>
        </a:p>
      </dgm:t>
    </dgm:pt>
    <dgm:pt modelId="{B9FF23C5-2392-4145-8115-A4AA7F1BB301}">
      <dgm:prSet/>
      <dgm:spPr/>
      <dgm:t>
        <a:bodyPr/>
        <a:lstStyle/>
        <a:p>
          <a:pPr>
            <a:defRPr cap="all"/>
          </a:pPr>
          <a:r>
            <a:rPr lang="en-US"/>
            <a:t>Never enter credentials through email links</a:t>
          </a:r>
        </a:p>
      </dgm:t>
    </dgm:pt>
    <dgm:pt modelId="{90580731-FCCC-4DF3-9209-9539F26D21B6}" type="parTrans" cxnId="{69B128AF-3495-4845-8767-6430BABE63F1}">
      <dgm:prSet/>
      <dgm:spPr/>
      <dgm:t>
        <a:bodyPr/>
        <a:lstStyle/>
        <a:p>
          <a:endParaRPr lang="en-US"/>
        </a:p>
      </dgm:t>
    </dgm:pt>
    <dgm:pt modelId="{6FC24B95-65D2-4ACD-A9D8-FF22A3AF7CB3}" type="sibTrans" cxnId="{69B128AF-3495-4845-8767-6430BABE63F1}">
      <dgm:prSet/>
      <dgm:spPr/>
      <dgm:t>
        <a:bodyPr/>
        <a:lstStyle/>
        <a:p>
          <a:endParaRPr lang="en-US"/>
        </a:p>
      </dgm:t>
    </dgm:pt>
    <dgm:pt modelId="{298124C8-9159-4363-8963-90DFD0CF225B}" type="pres">
      <dgm:prSet presAssocID="{B32D336E-80AB-4575-B611-ABF3696CACEE}" presName="root" presStyleCnt="0">
        <dgm:presLayoutVars>
          <dgm:dir/>
          <dgm:resizeHandles val="exact"/>
        </dgm:presLayoutVars>
      </dgm:prSet>
      <dgm:spPr/>
    </dgm:pt>
    <dgm:pt modelId="{D270DDB5-2EFE-4568-BFF6-2FD6707F829A}" type="pres">
      <dgm:prSet presAssocID="{209904AC-C706-4DF2-8284-A64C3761CC4A}" presName="compNode" presStyleCnt="0"/>
      <dgm:spPr/>
    </dgm:pt>
    <dgm:pt modelId="{28D7C54E-179A-4131-839D-9A143661A087}" type="pres">
      <dgm:prSet presAssocID="{209904AC-C706-4DF2-8284-A64C3761CC4A}" presName="iconBgRect" presStyleLbl="bgShp" presStyleIdx="0" presStyleCnt="4"/>
      <dgm:spPr/>
    </dgm:pt>
    <dgm:pt modelId="{9186A993-89A5-48D6-97A7-292DCD32AB6C}" type="pres">
      <dgm:prSet presAssocID="{209904AC-C706-4DF2-8284-A64C3761CC4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B53710A-E732-4C39-9383-ADE86B26B10D}" type="pres">
      <dgm:prSet presAssocID="{209904AC-C706-4DF2-8284-A64C3761CC4A}" presName="spaceRect" presStyleCnt="0"/>
      <dgm:spPr/>
    </dgm:pt>
    <dgm:pt modelId="{25E49288-0875-4F56-B863-B5D62A8670E4}" type="pres">
      <dgm:prSet presAssocID="{209904AC-C706-4DF2-8284-A64C3761CC4A}" presName="textRect" presStyleLbl="revTx" presStyleIdx="0" presStyleCnt="4">
        <dgm:presLayoutVars>
          <dgm:chMax val="1"/>
          <dgm:chPref val="1"/>
        </dgm:presLayoutVars>
      </dgm:prSet>
      <dgm:spPr/>
    </dgm:pt>
    <dgm:pt modelId="{BD0F7A2A-D6E6-4CFC-BA0B-FC2ED5F58F15}" type="pres">
      <dgm:prSet presAssocID="{B59EF90B-CCEC-424B-A540-9246E69A2D98}" presName="sibTrans" presStyleCnt="0"/>
      <dgm:spPr/>
    </dgm:pt>
    <dgm:pt modelId="{2BC19246-DAED-46B2-B413-738A52DCAB32}" type="pres">
      <dgm:prSet presAssocID="{2B439805-0755-41E6-9312-7387C251B3D7}" presName="compNode" presStyleCnt="0"/>
      <dgm:spPr/>
    </dgm:pt>
    <dgm:pt modelId="{019AF317-9130-4520-9794-79322E429963}" type="pres">
      <dgm:prSet presAssocID="{2B439805-0755-41E6-9312-7387C251B3D7}" presName="iconBgRect" presStyleLbl="bgShp" presStyleIdx="1" presStyleCnt="4"/>
      <dgm:spPr/>
    </dgm:pt>
    <dgm:pt modelId="{47E6A087-37CE-4EB4-8670-7DDFF17FD562}" type="pres">
      <dgm:prSet presAssocID="{2B439805-0755-41E6-9312-7387C251B3D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4C32F469-D943-4391-A671-84A1CDD9D1EA}" type="pres">
      <dgm:prSet presAssocID="{2B439805-0755-41E6-9312-7387C251B3D7}" presName="spaceRect" presStyleCnt="0"/>
      <dgm:spPr/>
    </dgm:pt>
    <dgm:pt modelId="{9E87C1EF-DDDC-49B1-BC86-5DE3EF0B84E0}" type="pres">
      <dgm:prSet presAssocID="{2B439805-0755-41E6-9312-7387C251B3D7}" presName="textRect" presStyleLbl="revTx" presStyleIdx="1" presStyleCnt="4">
        <dgm:presLayoutVars>
          <dgm:chMax val="1"/>
          <dgm:chPref val="1"/>
        </dgm:presLayoutVars>
      </dgm:prSet>
      <dgm:spPr/>
    </dgm:pt>
    <dgm:pt modelId="{39381E84-FC80-48FA-81F7-8C4BAD606762}" type="pres">
      <dgm:prSet presAssocID="{3E45F391-C5B2-4D0A-957D-304B87D2DD39}" presName="sibTrans" presStyleCnt="0"/>
      <dgm:spPr/>
    </dgm:pt>
    <dgm:pt modelId="{3BA5517A-AF31-497B-AFAD-15000F7ED085}" type="pres">
      <dgm:prSet presAssocID="{7276B111-2AA0-477F-B3FF-B014015CABE2}" presName="compNode" presStyleCnt="0"/>
      <dgm:spPr/>
    </dgm:pt>
    <dgm:pt modelId="{04BA6E36-CCB5-4698-8DBD-B57B4E264201}" type="pres">
      <dgm:prSet presAssocID="{7276B111-2AA0-477F-B3FF-B014015CABE2}" presName="iconBgRect" presStyleLbl="bgShp" presStyleIdx="2" presStyleCnt="4"/>
      <dgm:spPr/>
    </dgm:pt>
    <dgm:pt modelId="{33FB5C37-51E7-4389-B872-A0849B15FC2F}" type="pres">
      <dgm:prSet presAssocID="{7276B111-2AA0-477F-B3FF-B014015CABE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84F7A5A-2AE0-46D4-8736-AEDC713B39AA}" type="pres">
      <dgm:prSet presAssocID="{7276B111-2AA0-477F-B3FF-B014015CABE2}" presName="spaceRect" presStyleCnt="0"/>
      <dgm:spPr/>
    </dgm:pt>
    <dgm:pt modelId="{87653B34-4E5F-4E50-BE4D-E421B1928FFC}" type="pres">
      <dgm:prSet presAssocID="{7276B111-2AA0-477F-B3FF-B014015CABE2}" presName="textRect" presStyleLbl="revTx" presStyleIdx="2" presStyleCnt="4">
        <dgm:presLayoutVars>
          <dgm:chMax val="1"/>
          <dgm:chPref val="1"/>
        </dgm:presLayoutVars>
      </dgm:prSet>
      <dgm:spPr/>
    </dgm:pt>
    <dgm:pt modelId="{465126C4-9881-4D4D-B32A-3378CC69F5D8}" type="pres">
      <dgm:prSet presAssocID="{D16C9B29-6E04-47B8-832C-14DA3AC23786}" presName="sibTrans" presStyleCnt="0"/>
      <dgm:spPr/>
    </dgm:pt>
    <dgm:pt modelId="{8777DEEE-F5B8-4BB6-B8CE-EDAB78512997}" type="pres">
      <dgm:prSet presAssocID="{B9FF23C5-2392-4145-8115-A4AA7F1BB301}" presName="compNode" presStyleCnt="0"/>
      <dgm:spPr/>
    </dgm:pt>
    <dgm:pt modelId="{6AA29D4D-574D-4689-B027-BCCEAE170E5A}" type="pres">
      <dgm:prSet presAssocID="{B9FF23C5-2392-4145-8115-A4AA7F1BB301}" presName="iconBgRect" presStyleLbl="bgShp" presStyleIdx="3" presStyleCnt="4"/>
      <dgm:spPr/>
    </dgm:pt>
    <dgm:pt modelId="{81C55DAF-19A3-4163-B793-3433397C1D0F}" type="pres">
      <dgm:prSet presAssocID="{B9FF23C5-2392-4145-8115-A4AA7F1BB30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C35EA081-2F84-4381-AF16-E10FB725EA19}" type="pres">
      <dgm:prSet presAssocID="{B9FF23C5-2392-4145-8115-A4AA7F1BB301}" presName="spaceRect" presStyleCnt="0"/>
      <dgm:spPr/>
    </dgm:pt>
    <dgm:pt modelId="{14748D11-022D-4DAF-9AF8-A6AAC792D63B}" type="pres">
      <dgm:prSet presAssocID="{B9FF23C5-2392-4145-8115-A4AA7F1BB30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79D6D33-7F57-49DD-B5D6-DF0DE9DA7474}" srcId="{B32D336E-80AB-4575-B611-ABF3696CACEE}" destId="{7276B111-2AA0-477F-B3FF-B014015CABE2}" srcOrd="2" destOrd="0" parTransId="{47DE15AE-1E3D-4F72-A579-1C1513E08C6D}" sibTransId="{D16C9B29-6E04-47B8-832C-14DA3AC23786}"/>
    <dgm:cxn modelId="{8215B040-70F8-4057-9AD5-01C716B8A1CC}" type="presOf" srcId="{7276B111-2AA0-477F-B3FF-B014015CABE2}" destId="{87653B34-4E5F-4E50-BE4D-E421B1928FFC}" srcOrd="0" destOrd="0" presId="urn:microsoft.com/office/officeart/2018/5/layout/IconCircleLabelList"/>
    <dgm:cxn modelId="{75519082-0010-4F90-809E-56AE3143A649}" type="presOf" srcId="{B32D336E-80AB-4575-B611-ABF3696CACEE}" destId="{298124C8-9159-4363-8963-90DFD0CF225B}" srcOrd="0" destOrd="0" presId="urn:microsoft.com/office/officeart/2018/5/layout/IconCircleLabelList"/>
    <dgm:cxn modelId="{AF05868A-4DE4-4212-839B-965149C89710}" type="presOf" srcId="{2B439805-0755-41E6-9312-7387C251B3D7}" destId="{9E87C1EF-DDDC-49B1-BC86-5DE3EF0B84E0}" srcOrd="0" destOrd="0" presId="urn:microsoft.com/office/officeart/2018/5/layout/IconCircleLabelList"/>
    <dgm:cxn modelId="{CEEAE18B-D309-428C-8201-61EA4B8B1D98}" srcId="{B32D336E-80AB-4575-B611-ABF3696CACEE}" destId="{209904AC-C706-4DF2-8284-A64C3761CC4A}" srcOrd="0" destOrd="0" parTransId="{8866926E-A821-4659-92EE-94BCE3995081}" sibTransId="{B59EF90B-CCEC-424B-A540-9246E69A2D98}"/>
    <dgm:cxn modelId="{A55CE6A5-4137-4AF1-8BA2-92EDF4E3C4A0}" type="presOf" srcId="{209904AC-C706-4DF2-8284-A64C3761CC4A}" destId="{25E49288-0875-4F56-B863-B5D62A8670E4}" srcOrd="0" destOrd="0" presId="urn:microsoft.com/office/officeart/2018/5/layout/IconCircleLabelList"/>
    <dgm:cxn modelId="{69B128AF-3495-4845-8767-6430BABE63F1}" srcId="{B32D336E-80AB-4575-B611-ABF3696CACEE}" destId="{B9FF23C5-2392-4145-8115-A4AA7F1BB301}" srcOrd="3" destOrd="0" parTransId="{90580731-FCCC-4DF3-9209-9539F26D21B6}" sibTransId="{6FC24B95-65D2-4ACD-A9D8-FF22A3AF7CB3}"/>
    <dgm:cxn modelId="{C94ED0CF-A512-4D3E-9AC4-0064F95AEEEB}" type="presOf" srcId="{B9FF23C5-2392-4145-8115-A4AA7F1BB301}" destId="{14748D11-022D-4DAF-9AF8-A6AAC792D63B}" srcOrd="0" destOrd="0" presId="urn:microsoft.com/office/officeart/2018/5/layout/IconCircleLabelList"/>
    <dgm:cxn modelId="{792BE1FC-2912-446F-BD6B-35E6D3766BD5}" srcId="{B32D336E-80AB-4575-B611-ABF3696CACEE}" destId="{2B439805-0755-41E6-9312-7387C251B3D7}" srcOrd="1" destOrd="0" parTransId="{A032E41F-2039-481F-81DB-D70BA862CD17}" sibTransId="{3E45F391-C5B2-4D0A-957D-304B87D2DD39}"/>
    <dgm:cxn modelId="{7EA95D40-A276-406B-9EE1-B256D0C15E14}" type="presParOf" srcId="{298124C8-9159-4363-8963-90DFD0CF225B}" destId="{D270DDB5-2EFE-4568-BFF6-2FD6707F829A}" srcOrd="0" destOrd="0" presId="urn:microsoft.com/office/officeart/2018/5/layout/IconCircleLabelList"/>
    <dgm:cxn modelId="{FABC8BEB-77EE-4FDE-A043-5675F4ADEAFE}" type="presParOf" srcId="{D270DDB5-2EFE-4568-BFF6-2FD6707F829A}" destId="{28D7C54E-179A-4131-839D-9A143661A087}" srcOrd="0" destOrd="0" presId="urn:microsoft.com/office/officeart/2018/5/layout/IconCircleLabelList"/>
    <dgm:cxn modelId="{DE31B96F-91D7-4419-891B-6D83C020CDC6}" type="presParOf" srcId="{D270DDB5-2EFE-4568-BFF6-2FD6707F829A}" destId="{9186A993-89A5-48D6-97A7-292DCD32AB6C}" srcOrd="1" destOrd="0" presId="urn:microsoft.com/office/officeart/2018/5/layout/IconCircleLabelList"/>
    <dgm:cxn modelId="{6756EFAF-9249-4BFE-9F29-BE48FCF81836}" type="presParOf" srcId="{D270DDB5-2EFE-4568-BFF6-2FD6707F829A}" destId="{2B53710A-E732-4C39-9383-ADE86B26B10D}" srcOrd="2" destOrd="0" presId="urn:microsoft.com/office/officeart/2018/5/layout/IconCircleLabelList"/>
    <dgm:cxn modelId="{F2870A95-0655-4C38-ABB0-12220D687AC7}" type="presParOf" srcId="{D270DDB5-2EFE-4568-BFF6-2FD6707F829A}" destId="{25E49288-0875-4F56-B863-B5D62A8670E4}" srcOrd="3" destOrd="0" presId="urn:microsoft.com/office/officeart/2018/5/layout/IconCircleLabelList"/>
    <dgm:cxn modelId="{DF3E9BFD-9A29-4485-8784-A258CDB6F784}" type="presParOf" srcId="{298124C8-9159-4363-8963-90DFD0CF225B}" destId="{BD0F7A2A-D6E6-4CFC-BA0B-FC2ED5F58F15}" srcOrd="1" destOrd="0" presId="urn:microsoft.com/office/officeart/2018/5/layout/IconCircleLabelList"/>
    <dgm:cxn modelId="{2FE76F74-CDDD-45F5-9C44-EC32F9639693}" type="presParOf" srcId="{298124C8-9159-4363-8963-90DFD0CF225B}" destId="{2BC19246-DAED-46B2-B413-738A52DCAB32}" srcOrd="2" destOrd="0" presId="urn:microsoft.com/office/officeart/2018/5/layout/IconCircleLabelList"/>
    <dgm:cxn modelId="{85B83759-CA11-4410-95D1-8943AC683D7C}" type="presParOf" srcId="{2BC19246-DAED-46B2-B413-738A52DCAB32}" destId="{019AF317-9130-4520-9794-79322E429963}" srcOrd="0" destOrd="0" presId="urn:microsoft.com/office/officeart/2018/5/layout/IconCircleLabelList"/>
    <dgm:cxn modelId="{76675932-AB64-47D1-8354-E73DBD4CC40F}" type="presParOf" srcId="{2BC19246-DAED-46B2-B413-738A52DCAB32}" destId="{47E6A087-37CE-4EB4-8670-7DDFF17FD562}" srcOrd="1" destOrd="0" presId="urn:microsoft.com/office/officeart/2018/5/layout/IconCircleLabelList"/>
    <dgm:cxn modelId="{54D7C376-5638-41F0-8905-B8C4F638DB5B}" type="presParOf" srcId="{2BC19246-DAED-46B2-B413-738A52DCAB32}" destId="{4C32F469-D943-4391-A671-84A1CDD9D1EA}" srcOrd="2" destOrd="0" presId="urn:microsoft.com/office/officeart/2018/5/layout/IconCircleLabelList"/>
    <dgm:cxn modelId="{72E51051-FEAF-4999-9A42-DF6A9D9AE3B3}" type="presParOf" srcId="{2BC19246-DAED-46B2-B413-738A52DCAB32}" destId="{9E87C1EF-DDDC-49B1-BC86-5DE3EF0B84E0}" srcOrd="3" destOrd="0" presId="urn:microsoft.com/office/officeart/2018/5/layout/IconCircleLabelList"/>
    <dgm:cxn modelId="{63102419-4B05-4007-ACE9-CE6AD08AC419}" type="presParOf" srcId="{298124C8-9159-4363-8963-90DFD0CF225B}" destId="{39381E84-FC80-48FA-81F7-8C4BAD606762}" srcOrd="3" destOrd="0" presId="urn:microsoft.com/office/officeart/2018/5/layout/IconCircleLabelList"/>
    <dgm:cxn modelId="{966F31B2-C770-4FB8-8A8F-7906EDBD32B5}" type="presParOf" srcId="{298124C8-9159-4363-8963-90DFD0CF225B}" destId="{3BA5517A-AF31-497B-AFAD-15000F7ED085}" srcOrd="4" destOrd="0" presId="urn:microsoft.com/office/officeart/2018/5/layout/IconCircleLabelList"/>
    <dgm:cxn modelId="{C3EEB156-0111-48F2-840E-B011802FA4C7}" type="presParOf" srcId="{3BA5517A-AF31-497B-AFAD-15000F7ED085}" destId="{04BA6E36-CCB5-4698-8DBD-B57B4E264201}" srcOrd="0" destOrd="0" presId="urn:microsoft.com/office/officeart/2018/5/layout/IconCircleLabelList"/>
    <dgm:cxn modelId="{BBC40BBB-1881-4480-9355-C85CB580A5EE}" type="presParOf" srcId="{3BA5517A-AF31-497B-AFAD-15000F7ED085}" destId="{33FB5C37-51E7-4389-B872-A0849B15FC2F}" srcOrd="1" destOrd="0" presId="urn:microsoft.com/office/officeart/2018/5/layout/IconCircleLabelList"/>
    <dgm:cxn modelId="{6FAD9888-AA7B-4949-83DE-BE72811D6CFC}" type="presParOf" srcId="{3BA5517A-AF31-497B-AFAD-15000F7ED085}" destId="{B84F7A5A-2AE0-46D4-8736-AEDC713B39AA}" srcOrd="2" destOrd="0" presId="urn:microsoft.com/office/officeart/2018/5/layout/IconCircleLabelList"/>
    <dgm:cxn modelId="{15602A67-134E-4F70-B8FB-2A2F8BB5A2E5}" type="presParOf" srcId="{3BA5517A-AF31-497B-AFAD-15000F7ED085}" destId="{87653B34-4E5F-4E50-BE4D-E421B1928FFC}" srcOrd="3" destOrd="0" presId="urn:microsoft.com/office/officeart/2018/5/layout/IconCircleLabelList"/>
    <dgm:cxn modelId="{88D96209-55E3-46A3-81A7-C6EAF26372C1}" type="presParOf" srcId="{298124C8-9159-4363-8963-90DFD0CF225B}" destId="{465126C4-9881-4D4D-B32A-3378CC69F5D8}" srcOrd="5" destOrd="0" presId="urn:microsoft.com/office/officeart/2018/5/layout/IconCircleLabelList"/>
    <dgm:cxn modelId="{92EC2A1E-1BBC-408E-BD46-5866544F1DF0}" type="presParOf" srcId="{298124C8-9159-4363-8963-90DFD0CF225B}" destId="{8777DEEE-F5B8-4BB6-B8CE-EDAB78512997}" srcOrd="6" destOrd="0" presId="urn:microsoft.com/office/officeart/2018/5/layout/IconCircleLabelList"/>
    <dgm:cxn modelId="{A39B5DB0-B70D-4A82-84AC-8A3FE3E65A99}" type="presParOf" srcId="{8777DEEE-F5B8-4BB6-B8CE-EDAB78512997}" destId="{6AA29D4D-574D-4689-B027-BCCEAE170E5A}" srcOrd="0" destOrd="0" presId="urn:microsoft.com/office/officeart/2018/5/layout/IconCircleLabelList"/>
    <dgm:cxn modelId="{F9215F79-0AD3-4B11-9B9D-E8DE880212E3}" type="presParOf" srcId="{8777DEEE-F5B8-4BB6-B8CE-EDAB78512997}" destId="{81C55DAF-19A3-4163-B793-3433397C1D0F}" srcOrd="1" destOrd="0" presId="urn:microsoft.com/office/officeart/2018/5/layout/IconCircleLabelList"/>
    <dgm:cxn modelId="{3C50DE9F-9C96-4DBD-AC61-F42B1C29D05C}" type="presParOf" srcId="{8777DEEE-F5B8-4BB6-B8CE-EDAB78512997}" destId="{C35EA081-2F84-4381-AF16-E10FB725EA19}" srcOrd="2" destOrd="0" presId="urn:microsoft.com/office/officeart/2018/5/layout/IconCircleLabelList"/>
    <dgm:cxn modelId="{D71407D2-8142-40E9-B937-A5FCC8BEC9CF}" type="presParOf" srcId="{8777DEEE-F5B8-4BB6-B8CE-EDAB78512997}" destId="{14748D11-022D-4DAF-9AF8-A6AAC792D63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4F9A4F-A711-4B42-9973-4F721738338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9D4D551-B511-49F1-8FFF-E91AF2C7F1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Attacker created a Sense of urgency</a:t>
          </a:r>
          <a:endParaRPr lang="en-US" dirty="0"/>
        </a:p>
      </dgm:t>
    </dgm:pt>
    <dgm:pt modelId="{A94E7956-C7AE-4438-9522-724668A2AAC5}" type="parTrans" cxnId="{3164B908-068A-4970-920E-F18168EA2BF2}">
      <dgm:prSet/>
      <dgm:spPr/>
      <dgm:t>
        <a:bodyPr/>
        <a:lstStyle/>
        <a:p>
          <a:endParaRPr lang="en-US"/>
        </a:p>
      </dgm:t>
    </dgm:pt>
    <dgm:pt modelId="{1729F629-16C4-4DB7-B474-8E5D51314C1B}" type="sibTrans" cxnId="{3164B908-068A-4970-920E-F18168EA2BF2}">
      <dgm:prSet/>
      <dgm:spPr/>
      <dgm:t>
        <a:bodyPr/>
        <a:lstStyle/>
        <a:p>
          <a:endParaRPr lang="en-US"/>
        </a:p>
      </dgm:t>
    </dgm:pt>
    <dgm:pt modelId="{3E5D024D-40C6-477C-8F1A-37F12B69E9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Attacker Spoofed the sender address</a:t>
          </a:r>
          <a:endParaRPr lang="en-US" dirty="0"/>
        </a:p>
      </dgm:t>
    </dgm:pt>
    <dgm:pt modelId="{5C322F36-3522-407B-927A-3F467D472E07}" type="parTrans" cxnId="{0CB8AE92-F0C3-4CD7-A03B-96814A99CA24}">
      <dgm:prSet/>
      <dgm:spPr/>
      <dgm:t>
        <a:bodyPr/>
        <a:lstStyle/>
        <a:p>
          <a:endParaRPr lang="en-US"/>
        </a:p>
      </dgm:t>
    </dgm:pt>
    <dgm:pt modelId="{C7AB262F-63ED-48B2-9B49-EE340CFDC916}" type="sibTrans" cxnId="{0CB8AE92-F0C3-4CD7-A03B-96814A99CA24}">
      <dgm:prSet/>
      <dgm:spPr/>
      <dgm:t>
        <a:bodyPr/>
        <a:lstStyle/>
        <a:p>
          <a:endParaRPr lang="en-US"/>
        </a:p>
      </dgm:t>
    </dgm:pt>
    <dgm:pt modelId="{D601CEAC-4005-4D11-B475-8E5398A794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Attacker Exploits fear of account suspension</a:t>
          </a:r>
          <a:endParaRPr lang="en-US" dirty="0"/>
        </a:p>
      </dgm:t>
    </dgm:pt>
    <dgm:pt modelId="{D245F0AD-08C8-4D62-8F07-968B9F5288BA}" type="parTrans" cxnId="{638A64B4-BA6F-4608-A29C-80DC1C5F80F9}">
      <dgm:prSet/>
      <dgm:spPr/>
      <dgm:t>
        <a:bodyPr/>
        <a:lstStyle/>
        <a:p>
          <a:endParaRPr lang="en-US"/>
        </a:p>
      </dgm:t>
    </dgm:pt>
    <dgm:pt modelId="{7AB5E9CA-6A2D-4F55-B4AF-B3EE36D6953C}" type="sibTrans" cxnId="{638A64B4-BA6F-4608-A29C-80DC1C5F80F9}">
      <dgm:prSet/>
      <dgm:spPr/>
      <dgm:t>
        <a:bodyPr/>
        <a:lstStyle/>
        <a:p>
          <a:endParaRPr lang="en-US"/>
        </a:p>
      </dgm:t>
    </dgm:pt>
    <dgm:pt modelId="{1C0871F3-BB9E-4009-A37E-E35E1601BF21}" type="pres">
      <dgm:prSet presAssocID="{A74F9A4F-A711-4B42-9973-4F7217383380}" presName="root" presStyleCnt="0">
        <dgm:presLayoutVars>
          <dgm:dir/>
          <dgm:resizeHandles val="exact"/>
        </dgm:presLayoutVars>
      </dgm:prSet>
      <dgm:spPr/>
    </dgm:pt>
    <dgm:pt modelId="{CA7AD407-0678-4096-BD56-7706C555AD56}" type="pres">
      <dgm:prSet presAssocID="{E9D4D551-B511-49F1-8FFF-E91AF2C7F100}" presName="compNode" presStyleCnt="0"/>
      <dgm:spPr/>
    </dgm:pt>
    <dgm:pt modelId="{D2579A62-BAB5-479D-A36A-08BBDE8D54EB}" type="pres">
      <dgm:prSet presAssocID="{E9D4D551-B511-49F1-8FFF-E91AF2C7F10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FA9E7D62-BA17-4F86-8CF6-B11871D438BB}" type="pres">
      <dgm:prSet presAssocID="{E9D4D551-B511-49F1-8FFF-E91AF2C7F100}" presName="spaceRect" presStyleCnt="0"/>
      <dgm:spPr/>
    </dgm:pt>
    <dgm:pt modelId="{38860CE4-B131-4282-B7E0-4B623F8B77CC}" type="pres">
      <dgm:prSet presAssocID="{E9D4D551-B511-49F1-8FFF-E91AF2C7F100}" presName="textRect" presStyleLbl="revTx" presStyleIdx="0" presStyleCnt="3">
        <dgm:presLayoutVars>
          <dgm:chMax val="1"/>
          <dgm:chPref val="1"/>
        </dgm:presLayoutVars>
      </dgm:prSet>
      <dgm:spPr/>
    </dgm:pt>
    <dgm:pt modelId="{FEAD0C0A-DE33-4A0F-9347-EDA0440E811F}" type="pres">
      <dgm:prSet presAssocID="{1729F629-16C4-4DB7-B474-8E5D51314C1B}" presName="sibTrans" presStyleCnt="0"/>
      <dgm:spPr/>
    </dgm:pt>
    <dgm:pt modelId="{3C8FD693-95D2-49F1-B805-A09053965650}" type="pres">
      <dgm:prSet presAssocID="{3E5D024D-40C6-477C-8F1A-37F12B69E9C4}" presName="compNode" presStyleCnt="0"/>
      <dgm:spPr/>
    </dgm:pt>
    <dgm:pt modelId="{F48A30CA-6D93-459C-8812-96333C05082C}" type="pres">
      <dgm:prSet presAssocID="{3E5D024D-40C6-477C-8F1A-37F12B69E9C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FFAEB894-2A20-4C00-B5C7-AF5A00943CD1}" type="pres">
      <dgm:prSet presAssocID="{3E5D024D-40C6-477C-8F1A-37F12B69E9C4}" presName="spaceRect" presStyleCnt="0"/>
      <dgm:spPr/>
    </dgm:pt>
    <dgm:pt modelId="{F0A3980D-BD36-4517-9089-C0AD696D563E}" type="pres">
      <dgm:prSet presAssocID="{3E5D024D-40C6-477C-8F1A-37F12B69E9C4}" presName="textRect" presStyleLbl="revTx" presStyleIdx="1" presStyleCnt="3">
        <dgm:presLayoutVars>
          <dgm:chMax val="1"/>
          <dgm:chPref val="1"/>
        </dgm:presLayoutVars>
      </dgm:prSet>
      <dgm:spPr/>
    </dgm:pt>
    <dgm:pt modelId="{94012752-F701-43BC-8540-F667F853E33B}" type="pres">
      <dgm:prSet presAssocID="{C7AB262F-63ED-48B2-9B49-EE340CFDC916}" presName="sibTrans" presStyleCnt="0"/>
      <dgm:spPr/>
    </dgm:pt>
    <dgm:pt modelId="{BD3A3071-BE61-41B1-B6EA-83C203FE7D75}" type="pres">
      <dgm:prSet presAssocID="{D601CEAC-4005-4D11-B475-8E5398A794D3}" presName="compNode" presStyleCnt="0"/>
      <dgm:spPr/>
    </dgm:pt>
    <dgm:pt modelId="{90A815A6-4235-4CF1-BC7B-203CD596D4FD}" type="pres">
      <dgm:prSet presAssocID="{D601CEAC-4005-4D11-B475-8E5398A794D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D63F05B2-31E6-4C09-9E43-AF64B9681680}" type="pres">
      <dgm:prSet presAssocID="{D601CEAC-4005-4D11-B475-8E5398A794D3}" presName="spaceRect" presStyleCnt="0"/>
      <dgm:spPr/>
    </dgm:pt>
    <dgm:pt modelId="{B8D29EA3-0DA7-4A94-AF6A-230F19E1176D}" type="pres">
      <dgm:prSet presAssocID="{D601CEAC-4005-4D11-B475-8E5398A794D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D212A05-A93D-4AFE-B6A8-992525BCB781}" type="presOf" srcId="{D601CEAC-4005-4D11-B475-8E5398A794D3}" destId="{B8D29EA3-0DA7-4A94-AF6A-230F19E1176D}" srcOrd="0" destOrd="0" presId="urn:microsoft.com/office/officeart/2018/2/layout/IconLabelList"/>
    <dgm:cxn modelId="{3164B908-068A-4970-920E-F18168EA2BF2}" srcId="{A74F9A4F-A711-4B42-9973-4F7217383380}" destId="{E9D4D551-B511-49F1-8FFF-E91AF2C7F100}" srcOrd="0" destOrd="0" parTransId="{A94E7956-C7AE-4438-9522-724668A2AAC5}" sibTransId="{1729F629-16C4-4DB7-B474-8E5D51314C1B}"/>
    <dgm:cxn modelId="{02053D10-9332-4597-B7B1-4EDF1D1EC84D}" type="presOf" srcId="{A74F9A4F-A711-4B42-9973-4F7217383380}" destId="{1C0871F3-BB9E-4009-A37E-E35E1601BF21}" srcOrd="0" destOrd="0" presId="urn:microsoft.com/office/officeart/2018/2/layout/IconLabelList"/>
    <dgm:cxn modelId="{89DE0016-CB0C-4CCB-9A59-0E4D839AB42E}" type="presOf" srcId="{E9D4D551-B511-49F1-8FFF-E91AF2C7F100}" destId="{38860CE4-B131-4282-B7E0-4B623F8B77CC}" srcOrd="0" destOrd="0" presId="urn:microsoft.com/office/officeart/2018/2/layout/IconLabelList"/>
    <dgm:cxn modelId="{6ED8353B-E52F-4CD9-AA19-B72ED61695B6}" type="presOf" srcId="{3E5D024D-40C6-477C-8F1A-37F12B69E9C4}" destId="{F0A3980D-BD36-4517-9089-C0AD696D563E}" srcOrd="0" destOrd="0" presId="urn:microsoft.com/office/officeart/2018/2/layout/IconLabelList"/>
    <dgm:cxn modelId="{0CB8AE92-F0C3-4CD7-A03B-96814A99CA24}" srcId="{A74F9A4F-A711-4B42-9973-4F7217383380}" destId="{3E5D024D-40C6-477C-8F1A-37F12B69E9C4}" srcOrd="1" destOrd="0" parTransId="{5C322F36-3522-407B-927A-3F467D472E07}" sibTransId="{C7AB262F-63ED-48B2-9B49-EE340CFDC916}"/>
    <dgm:cxn modelId="{638A64B4-BA6F-4608-A29C-80DC1C5F80F9}" srcId="{A74F9A4F-A711-4B42-9973-4F7217383380}" destId="{D601CEAC-4005-4D11-B475-8E5398A794D3}" srcOrd="2" destOrd="0" parTransId="{D245F0AD-08C8-4D62-8F07-968B9F5288BA}" sibTransId="{7AB5E9CA-6A2D-4F55-B4AF-B3EE36D6953C}"/>
    <dgm:cxn modelId="{2D41D384-1ABE-406B-8771-4B1DA9C4B89A}" type="presParOf" srcId="{1C0871F3-BB9E-4009-A37E-E35E1601BF21}" destId="{CA7AD407-0678-4096-BD56-7706C555AD56}" srcOrd="0" destOrd="0" presId="urn:microsoft.com/office/officeart/2018/2/layout/IconLabelList"/>
    <dgm:cxn modelId="{BDC302D5-E103-4C02-A2BF-3CDF82FE4718}" type="presParOf" srcId="{CA7AD407-0678-4096-BD56-7706C555AD56}" destId="{D2579A62-BAB5-479D-A36A-08BBDE8D54EB}" srcOrd="0" destOrd="0" presId="urn:microsoft.com/office/officeart/2018/2/layout/IconLabelList"/>
    <dgm:cxn modelId="{6C08BE50-9535-4C6F-BDF4-30C298E0C705}" type="presParOf" srcId="{CA7AD407-0678-4096-BD56-7706C555AD56}" destId="{FA9E7D62-BA17-4F86-8CF6-B11871D438BB}" srcOrd="1" destOrd="0" presId="urn:microsoft.com/office/officeart/2018/2/layout/IconLabelList"/>
    <dgm:cxn modelId="{E6F837F2-6C8E-450D-A581-1D634319CDDB}" type="presParOf" srcId="{CA7AD407-0678-4096-BD56-7706C555AD56}" destId="{38860CE4-B131-4282-B7E0-4B623F8B77CC}" srcOrd="2" destOrd="0" presId="urn:microsoft.com/office/officeart/2018/2/layout/IconLabelList"/>
    <dgm:cxn modelId="{E78962F1-D191-4A52-AD76-89EE3BF85942}" type="presParOf" srcId="{1C0871F3-BB9E-4009-A37E-E35E1601BF21}" destId="{FEAD0C0A-DE33-4A0F-9347-EDA0440E811F}" srcOrd="1" destOrd="0" presId="urn:microsoft.com/office/officeart/2018/2/layout/IconLabelList"/>
    <dgm:cxn modelId="{18A239F6-CB82-4BF0-942C-7DC53AACAB21}" type="presParOf" srcId="{1C0871F3-BB9E-4009-A37E-E35E1601BF21}" destId="{3C8FD693-95D2-49F1-B805-A09053965650}" srcOrd="2" destOrd="0" presId="urn:microsoft.com/office/officeart/2018/2/layout/IconLabelList"/>
    <dgm:cxn modelId="{715FC499-197C-4EB2-A762-A2AEBC9704C9}" type="presParOf" srcId="{3C8FD693-95D2-49F1-B805-A09053965650}" destId="{F48A30CA-6D93-459C-8812-96333C05082C}" srcOrd="0" destOrd="0" presId="urn:microsoft.com/office/officeart/2018/2/layout/IconLabelList"/>
    <dgm:cxn modelId="{37F5A63D-64FF-4D20-AB46-BCAC5D550C57}" type="presParOf" srcId="{3C8FD693-95D2-49F1-B805-A09053965650}" destId="{FFAEB894-2A20-4C00-B5C7-AF5A00943CD1}" srcOrd="1" destOrd="0" presId="urn:microsoft.com/office/officeart/2018/2/layout/IconLabelList"/>
    <dgm:cxn modelId="{504FB213-F3E9-409E-BAC7-358918082183}" type="presParOf" srcId="{3C8FD693-95D2-49F1-B805-A09053965650}" destId="{F0A3980D-BD36-4517-9089-C0AD696D563E}" srcOrd="2" destOrd="0" presId="urn:microsoft.com/office/officeart/2018/2/layout/IconLabelList"/>
    <dgm:cxn modelId="{09FD1CD8-2CD5-4A04-8CC6-9AD7E603F26C}" type="presParOf" srcId="{1C0871F3-BB9E-4009-A37E-E35E1601BF21}" destId="{94012752-F701-43BC-8540-F667F853E33B}" srcOrd="3" destOrd="0" presId="urn:microsoft.com/office/officeart/2018/2/layout/IconLabelList"/>
    <dgm:cxn modelId="{D2A09F6B-5866-4F8A-89DE-AEBAC1695C15}" type="presParOf" srcId="{1C0871F3-BB9E-4009-A37E-E35E1601BF21}" destId="{BD3A3071-BE61-41B1-B6EA-83C203FE7D75}" srcOrd="4" destOrd="0" presId="urn:microsoft.com/office/officeart/2018/2/layout/IconLabelList"/>
    <dgm:cxn modelId="{A5FA7314-A06C-4D12-9209-94FF33C91906}" type="presParOf" srcId="{BD3A3071-BE61-41B1-B6EA-83C203FE7D75}" destId="{90A815A6-4235-4CF1-BC7B-203CD596D4FD}" srcOrd="0" destOrd="0" presId="urn:microsoft.com/office/officeart/2018/2/layout/IconLabelList"/>
    <dgm:cxn modelId="{5E3B71B2-99EC-4266-A3D5-048C958EDCBD}" type="presParOf" srcId="{BD3A3071-BE61-41B1-B6EA-83C203FE7D75}" destId="{D63F05B2-31E6-4C09-9E43-AF64B9681680}" srcOrd="1" destOrd="0" presId="urn:microsoft.com/office/officeart/2018/2/layout/IconLabelList"/>
    <dgm:cxn modelId="{6DEFBC70-6776-4460-A747-AE5AC0C726B5}" type="presParOf" srcId="{BD3A3071-BE61-41B1-B6EA-83C203FE7D75}" destId="{B8D29EA3-0DA7-4A94-AF6A-230F19E1176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D554F8-3B24-4984-8A1F-95A9C362B24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7B3EFF-6D93-4710-8B40-F3E80DBA67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Correct Answer: B</a:t>
          </a:r>
          <a:endParaRPr lang="en-US"/>
        </a:p>
      </dgm:t>
    </dgm:pt>
    <dgm:pt modelId="{51644225-363D-49C0-9E4A-E6B8B675B909}" type="parTrans" cxnId="{994CCDFA-26C1-4542-8983-F5C142F5C164}">
      <dgm:prSet/>
      <dgm:spPr/>
      <dgm:t>
        <a:bodyPr/>
        <a:lstStyle/>
        <a:p>
          <a:endParaRPr lang="en-US"/>
        </a:p>
      </dgm:t>
    </dgm:pt>
    <dgm:pt modelId="{5B249519-5561-4ED2-8FAB-BC93BE58CE00}" type="sibTrans" cxnId="{994CCDFA-26C1-4542-8983-F5C142F5C164}">
      <dgm:prSet/>
      <dgm:spPr/>
      <dgm:t>
        <a:bodyPr/>
        <a:lstStyle/>
        <a:p>
          <a:endParaRPr lang="en-US"/>
        </a:p>
      </dgm:t>
    </dgm:pt>
    <dgm:pt modelId="{05AA9972-3303-48BA-AC3D-1F5A61B0F0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Phishing emails often pressure users to act quickly</a:t>
          </a:r>
          <a:endParaRPr lang="en-US"/>
        </a:p>
      </dgm:t>
    </dgm:pt>
    <dgm:pt modelId="{0F96BAB9-8331-458A-901C-634BBE96A9FB}" type="parTrans" cxnId="{EC45F9FA-2254-4470-9848-DB973BC07F03}">
      <dgm:prSet/>
      <dgm:spPr/>
      <dgm:t>
        <a:bodyPr/>
        <a:lstStyle/>
        <a:p>
          <a:endParaRPr lang="en-US"/>
        </a:p>
      </dgm:t>
    </dgm:pt>
    <dgm:pt modelId="{FF0A0F28-6195-40CA-A20F-401AEC732C4B}" type="sibTrans" cxnId="{EC45F9FA-2254-4470-9848-DB973BC07F03}">
      <dgm:prSet/>
      <dgm:spPr/>
      <dgm:t>
        <a:bodyPr/>
        <a:lstStyle/>
        <a:p>
          <a:endParaRPr lang="en-US"/>
        </a:p>
      </dgm:t>
    </dgm:pt>
    <dgm:pt modelId="{92393A3D-BA64-4C5B-A3B4-AED1DDAE02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Attackers rely on panic, not logic</a:t>
          </a:r>
          <a:endParaRPr lang="en-US"/>
        </a:p>
      </dgm:t>
    </dgm:pt>
    <dgm:pt modelId="{5B6570B5-5922-4E08-89A2-A1F9CFA7E52D}" type="parTrans" cxnId="{BA7F1E04-8F8A-4540-B6B2-A412D0DCD381}">
      <dgm:prSet/>
      <dgm:spPr/>
      <dgm:t>
        <a:bodyPr/>
        <a:lstStyle/>
        <a:p>
          <a:endParaRPr lang="en-US"/>
        </a:p>
      </dgm:t>
    </dgm:pt>
    <dgm:pt modelId="{8FDA23D4-AE2B-4DFC-BFD3-12B28477A169}" type="sibTrans" cxnId="{BA7F1E04-8F8A-4540-B6B2-A412D0DCD381}">
      <dgm:prSet/>
      <dgm:spPr/>
      <dgm:t>
        <a:bodyPr/>
        <a:lstStyle/>
        <a:p>
          <a:endParaRPr lang="en-US"/>
        </a:p>
      </dgm:t>
    </dgm:pt>
    <dgm:pt modelId="{055AEFAF-1E38-4AC8-BA15-4536D39F4EC4}" type="pres">
      <dgm:prSet presAssocID="{E9D554F8-3B24-4984-8A1F-95A9C362B246}" presName="root" presStyleCnt="0">
        <dgm:presLayoutVars>
          <dgm:dir/>
          <dgm:resizeHandles val="exact"/>
        </dgm:presLayoutVars>
      </dgm:prSet>
      <dgm:spPr/>
    </dgm:pt>
    <dgm:pt modelId="{6CDF952D-6E2F-4A24-9980-FB1056897B05}" type="pres">
      <dgm:prSet presAssocID="{A37B3EFF-6D93-4710-8B40-F3E80DBA6705}" presName="compNode" presStyleCnt="0"/>
      <dgm:spPr/>
    </dgm:pt>
    <dgm:pt modelId="{5F7E1EC5-CE6B-4A74-A8CF-007986CCECAA}" type="pres">
      <dgm:prSet presAssocID="{A37B3EFF-6D93-4710-8B40-F3E80DBA6705}" presName="bgRect" presStyleLbl="bgShp" presStyleIdx="0" presStyleCnt="3"/>
      <dgm:spPr/>
    </dgm:pt>
    <dgm:pt modelId="{726E8B93-77BA-4315-B387-36FFCB992F54}" type="pres">
      <dgm:prSet presAssocID="{A37B3EFF-6D93-4710-8B40-F3E80DBA670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D659208-60AA-45CC-8DFF-215E63EBA5A2}" type="pres">
      <dgm:prSet presAssocID="{A37B3EFF-6D93-4710-8B40-F3E80DBA6705}" presName="spaceRect" presStyleCnt="0"/>
      <dgm:spPr/>
    </dgm:pt>
    <dgm:pt modelId="{473C307F-8094-432B-87E6-74E7E646ED6A}" type="pres">
      <dgm:prSet presAssocID="{A37B3EFF-6D93-4710-8B40-F3E80DBA6705}" presName="parTx" presStyleLbl="revTx" presStyleIdx="0" presStyleCnt="3">
        <dgm:presLayoutVars>
          <dgm:chMax val="0"/>
          <dgm:chPref val="0"/>
        </dgm:presLayoutVars>
      </dgm:prSet>
      <dgm:spPr/>
    </dgm:pt>
    <dgm:pt modelId="{05A6AC8F-112E-489A-9F5E-0DED2861824E}" type="pres">
      <dgm:prSet presAssocID="{5B249519-5561-4ED2-8FAB-BC93BE58CE00}" presName="sibTrans" presStyleCnt="0"/>
      <dgm:spPr/>
    </dgm:pt>
    <dgm:pt modelId="{6FC2F9D0-093A-4A82-B68D-3CF9B24042E0}" type="pres">
      <dgm:prSet presAssocID="{05AA9972-3303-48BA-AC3D-1F5A61B0F0A2}" presName="compNode" presStyleCnt="0"/>
      <dgm:spPr/>
    </dgm:pt>
    <dgm:pt modelId="{78EF910E-A737-4D74-AE11-3F38DAB1167A}" type="pres">
      <dgm:prSet presAssocID="{05AA9972-3303-48BA-AC3D-1F5A61B0F0A2}" presName="bgRect" presStyleLbl="bgShp" presStyleIdx="1" presStyleCnt="3"/>
      <dgm:spPr/>
    </dgm:pt>
    <dgm:pt modelId="{BE963162-41B4-41EA-AD8D-2FE21F191EFE}" type="pres">
      <dgm:prSet presAssocID="{05AA9972-3303-48BA-AC3D-1F5A61B0F0A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AB640A7E-F86F-4074-92B7-12988A4EA86F}" type="pres">
      <dgm:prSet presAssocID="{05AA9972-3303-48BA-AC3D-1F5A61B0F0A2}" presName="spaceRect" presStyleCnt="0"/>
      <dgm:spPr/>
    </dgm:pt>
    <dgm:pt modelId="{B2CB66AE-1035-4C02-93DF-C18D825454AD}" type="pres">
      <dgm:prSet presAssocID="{05AA9972-3303-48BA-AC3D-1F5A61B0F0A2}" presName="parTx" presStyleLbl="revTx" presStyleIdx="1" presStyleCnt="3">
        <dgm:presLayoutVars>
          <dgm:chMax val="0"/>
          <dgm:chPref val="0"/>
        </dgm:presLayoutVars>
      </dgm:prSet>
      <dgm:spPr/>
    </dgm:pt>
    <dgm:pt modelId="{F8514066-3CFF-4E02-A2A3-941C6684F660}" type="pres">
      <dgm:prSet presAssocID="{FF0A0F28-6195-40CA-A20F-401AEC732C4B}" presName="sibTrans" presStyleCnt="0"/>
      <dgm:spPr/>
    </dgm:pt>
    <dgm:pt modelId="{87772F16-8F9F-45A7-93A1-2F9A7DF10F15}" type="pres">
      <dgm:prSet presAssocID="{92393A3D-BA64-4C5B-A3B4-AED1DDAE025A}" presName="compNode" presStyleCnt="0"/>
      <dgm:spPr/>
    </dgm:pt>
    <dgm:pt modelId="{B22013BC-0D28-446F-A0AF-C42B8B336F11}" type="pres">
      <dgm:prSet presAssocID="{92393A3D-BA64-4C5B-A3B4-AED1DDAE025A}" presName="bgRect" presStyleLbl="bgShp" presStyleIdx="2" presStyleCnt="3"/>
      <dgm:spPr/>
    </dgm:pt>
    <dgm:pt modelId="{BAB68A14-7911-4B12-846B-41CAC5C119A1}" type="pres">
      <dgm:prSet presAssocID="{92393A3D-BA64-4C5B-A3B4-AED1DDAE025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FA2D3B8-3BBC-4633-A925-B9173E071268}" type="pres">
      <dgm:prSet presAssocID="{92393A3D-BA64-4C5B-A3B4-AED1DDAE025A}" presName="spaceRect" presStyleCnt="0"/>
      <dgm:spPr/>
    </dgm:pt>
    <dgm:pt modelId="{94BC40CE-8240-4A56-A541-5B574C9319DF}" type="pres">
      <dgm:prSet presAssocID="{92393A3D-BA64-4C5B-A3B4-AED1DDAE025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A7F1E04-8F8A-4540-B6B2-A412D0DCD381}" srcId="{E9D554F8-3B24-4984-8A1F-95A9C362B246}" destId="{92393A3D-BA64-4C5B-A3B4-AED1DDAE025A}" srcOrd="2" destOrd="0" parTransId="{5B6570B5-5922-4E08-89A2-A1F9CFA7E52D}" sibTransId="{8FDA23D4-AE2B-4DFC-BFD3-12B28477A169}"/>
    <dgm:cxn modelId="{928C804E-4F1F-40D1-90F0-32A7D4DE9201}" type="presOf" srcId="{92393A3D-BA64-4C5B-A3B4-AED1DDAE025A}" destId="{94BC40CE-8240-4A56-A541-5B574C9319DF}" srcOrd="0" destOrd="0" presId="urn:microsoft.com/office/officeart/2018/2/layout/IconVerticalSolidList"/>
    <dgm:cxn modelId="{90D3097D-DE10-4C9E-B1D7-3B3AB4D4C82F}" type="presOf" srcId="{A37B3EFF-6D93-4710-8B40-F3E80DBA6705}" destId="{473C307F-8094-432B-87E6-74E7E646ED6A}" srcOrd="0" destOrd="0" presId="urn:microsoft.com/office/officeart/2018/2/layout/IconVerticalSolidList"/>
    <dgm:cxn modelId="{ACCD2597-583D-4B60-B0CB-6695BEB202C6}" type="presOf" srcId="{05AA9972-3303-48BA-AC3D-1F5A61B0F0A2}" destId="{B2CB66AE-1035-4C02-93DF-C18D825454AD}" srcOrd="0" destOrd="0" presId="urn:microsoft.com/office/officeart/2018/2/layout/IconVerticalSolidList"/>
    <dgm:cxn modelId="{545B3BD0-0F75-419F-A285-8A71FBABBE3C}" type="presOf" srcId="{E9D554F8-3B24-4984-8A1F-95A9C362B246}" destId="{055AEFAF-1E38-4AC8-BA15-4536D39F4EC4}" srcOrd="0" destOrd="0" presId="urn:microsoft.com/office/officeart/2018/2/layout/IconVerticalSolidList"/>
    <dgm:cxn modelId="{994CCDFA-26C1-4542-8983-F5C142F5C164}" srcId="{E9D554F8-3B24-4984-8A1F-95A9C362B246}" destId="{A37B3EFF-6D93-4710-8B40-F3E80DBA6705}" srcOrd="0" destOrd="0" parTransId="{51644225-363D-49C0-9E4A-E6B8B675B909}" sibTransId="{5B249519-5561-4ED2-8FAB-BC93BE58CE00}"/>
    <dgm:cxn modelId="{EC45F9FA-2254-4470-9848-DB973BC07F03}" srcId="{E9D554F8-3B24-4984-8A1F-95A9C362B246}" destId="{05AA9972-3303-48BA-AC3D-1F5A61B0F0A2}" srcOrd="1" destOrd="0" parTransId="{0F96BAB9-8331-458A-901C-634BBE96A9FB}" sibTransId="{FF0A0F28-6195-40CA-A20F-401AEC732C4B}"/>
    <dgm:cxn modelId="{17005288-8D54-4DD8-A601-58B82A878645}" type="presParOf" srcId="{055AEFAF-1E38-4AC8-BA15-4536D39F4EC4}" destId="{6CDF952D-6E2F-4A24-9980-FB1056897B05}" srcOrd="0" destOrd="0" presId="urn:microsoft.com/office/officeart/2018/2/layout/IconVerticalSolidList"/>
    <dgm:cxn modelId="{570DB2B6-9C77-41CE-8BB8-6043C6DBDA77}" type="presParOf" srcId="{6CDF952D-6E2F-4A24-9980-FB1056897B05}" destId="{5F7E1EC5-CE6B-4A74-A8CF-007986CCECAA}" srcOrd="0" destOrd="0" presId="urn:microsoft.com/office/officeart/2018/2/layout/IconVerticalSolidList"/>
    <dgm:cxn modelId="{246AC61F-CEE2-4FE8-A15A-CAC999770AD7}" type="presParOf" srcId="{6CDF952D-6E2F-4A24-9980-FB1056897B05}" destId="{726E8B93-77BA-4315-B387-36FFCB992F54}" srcOrd="1" destOrd="0" presId="urn:microsoft.com/office/officeart/2018/2/layout/IconVerticalSolidList"/>
    <dgm:cxn modelId="{DB2F879D-96DE-4FC2-A6FE-5D26248CD54F}" type="presParOf" srcId="{6CDF952D-6E2F-4A24-9980-FB1056897B05}" destId="{4D659208-60AA-45CC-8DFF-215E63EBA5A2}" srcOrd="2" destOrd="0" presId="urn:microsoft.com/office/officeart/2018/2/layout/IconVerticalSolidList"/>
    <dgm:cxn modelId="{1E2003F5-D845-4199-B885-3E72C96725C3}" type="presParOf" srcId="{6CDF952D-6E2F-4A24-9980-FB1056897B05}" destId="{473C307F-8094-432B-87E6-74E7E646ED6A}" srcOrd="3" destOrd="0" presId="urn:microsoft.com/office/officeart/2018/2/layout/IconVerticalSolidList"/>
    <dgm:cxn modelId="{D807C56F-1B7B-4BE9-A744-1D6311C8A8BF}" type="presParOf" srcId="{055AEFAF-1E38-4AC8-BA15-4536D39F4EC4}" destId="{05A6AC8F-112E-489A-9F5E-0DED2861824E}" srcOrd="1" destOrd="0" presId="urn:microsoft.com/office/officeart/2018/2/layout/IconVerticalSolidList"/>
    <dgm:cxn modelId="{CC15F67C-8A2B-40AC-87A9-3A4DD752823F}" type="presParOf" srcId="{055AEFAF-1E38-4AC8-BA15-4536D39F4EC4}" destId="{6FC2F9D0-093A-4A82-B68D-3CF9B24042E0}" srcOrd="2" destOrd="0" presId="urn:microsoft.com/office/officeart/2018/2/layout/IconVerticalSolidList"/>
    <dgm:cxn modelId="{A600254B-490F-4D04-9F50-528ABF5CFD9B}" type="presParOf" srcId="{6FC2F9D0-093A-4A82-B68D-3CF9B24042E0}" destId="{78EF910E-A737-4D74-AE11-3F38DAB1167A}" srcOrd="0" destOrd="0" presId="urn:microsoft.com/office/officeart/2018/2/layout/IconVerticalSolidList"/>
    <dgm:cxn modelId="{0D75382E-878E-4960-8BA2-45581EAD0CE7}" type="presParOf" srcId="{6FC2F9D0-093A-4A82-B68D-3CF9B24042E0}" destId="{BE963162-41B4-41EA-AD8D-2FE21F191EFE}" srcOrd="1" destOrd="0" presId="urn:microsoft.com/office/officeart/2018/2/layout/IconVerticalSolidList"/>
    <dgm:cxn modelId="{15F76E8B-20B1-4AE0-B600-9E208B444C0C}" type="presParOf" srcId="{6FC2F9D0-093A-4A82-B68D-3CF9B24042E0}" destId="{AB640A7E-F86F-4074-92B7-12988A4EA86F}" srcOrd="2" destOrd="0" presId="urn:microsoft.com/office/officeart/2018/2/layout/IconVerticalSolidList"/>
    <dgm:cxn modelId="{246871DE-E7FA-4430-A0B0-DEAE3CC6653F}" type="presParOf" srcId="{6FC2F9D0-093A-4A82-B68D-3CF9B24042E0}" destId="{B2CB66AE-1035-4C02-93DF-C18D825454AD}" srcOrd="3" destOrd="0" presId="urn:microsoft.com/office/officeart/2018/2/layout/IconVerticalSolidList"/>
    <dgm:cxn modelId="{ABDA5821-3E7D-4E7C-9D87-DCB267771862}" type="presParOf" srcId="{055AEFAF-1E38-4AC8-BA15-4536D39F4EC4}" destId="{F8514066-3CFF-4E02-A2A3-941C6684F660}" srcOrd="3" destOrd="0" presId="urn:microsoft.com/office/officeart/2018/2/layout/IconVerticalSolidList"/>
    <dgm:cxn modelId="{65286ED6-65B9-4F8E-A899-1CCECEAFB4A5}" type="presParOf" srcId="{055AEFAF-1E38-4AC8-BA15-4536D39F4EC4}" destId="{87772F16-8F9F-45A7-93A1-2F9A7DF10F15}" srcOrd="4" destOrd="0" presId="urn:microsoft.com/office/officeart/2018/2/layout/IconVerticalSolidList"/>
    <dgm:cxn modelId="{DCACD2F3-C98C-43A1-B932-CA8512B74645}" type="presParOf" srcId="{87772F16-8F9F-45A7-93A1-2F9A7DF10F15}" destId="{B22013BC-0D28-446F-A0AF-C42B8B336F11}" srcOrd="0" destOrd="0" presId="urn:microsoft.com/office/officeart/2018/2/layout/IconVerticalSolidList"/>
    <dgm:cxn modelId="{DD4096F8-3976-4F62-9852-9A94787E6417}" type="presParOf" srcId="{87772F16-8F9F-45A7-93A1-2F9A7DF10F15}" destId="{BAB68A14-7911-4B12-846B-41CAC5C119A1}" srcOrd="1" destOrd="0" presId="urn:microsoft.com/office/officeart/2018/2/layout/IconVerticalSolidList"/>
    <dgm:cxn modelId="{23D71B18-DBC3-4AB1-88E3-48F3DE5742D6}" type="presParOf" srcId="{87772F16-8F9F-45A7-93A1-2F9A7DF10F15}" destId="{5FA2D3B8-3BBC-4633-A925-B9173E071268}" srcOrd="2" destOrd="0" presId="urn:microsoft.com/office/officeart/2018/2/layout/IconVerticalSolidList"/>
    <dgm:cxn modelId="{47AB2FD2-F10B-4AFD-A77D-3DB1E56711A6}" type="presParOf" srcId="{87772F16-8F9F-45A7-93A1-2F9A7DF10F15}" destId="{94BC40CE-8240-4A56-A541-5B574C9319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D47F182-6DB5-4600-8205-B6DC580B09A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0EBE055-B7FC-4650-B56C-E04B24415B2D}">
      <dgm:prSet/>
      <dgm:spPr/>
      <dgm:t>
        <a:bodyPr/>
        <a:lstStyle/>
        <a:p>
          <a:pPr>
            <a:defRPr cap="all"/>
          </a:pPr>
          <a:r>
            <a:rPr lang="en-US" b="0" i="0" baseline="0"/>
            <a:t>Correct Answer: B</a:t>
          </a:r>
          <a:endParaRPr lang="en-US"/>
        </a:p>
      </dgm:t>
    </dgm:pt>
    <dgm:pt modelId="{58090343-5C55-45C2-A7C8-A0D0DDCCDE7C}" type="parTrans" cxnId="{7A5D12B6-3B8F-413A-A9E8-34D2344AAB28}">
      <dgm:prSet/>
      <dgm:spPr/>
      <dgm:t>
        <a:bodyPr/>
        <a:lstStyle/>
        <a:p>
          <a:endParaRPr lang="en-US"/>
        </a:p>
      </dgm:t>
    </dgm:pt>
    <dgm:pt modelId="{2BC0AB95-DB2A-4264-BB76-407F6D7FCACA}" type="sibTrans" cxnId="{7A5D12B6-3B8F-413A-A9E8-34D2344AAB28}">
      <dgm:prSet/>
      <dgm:spPr/>
      <dgm:t>
        <a:bodyPr/>
        <a:lstStyle/>
        <a:p>
          <a:endParaRPr lang="en-US"/>
        </a:p>
      </dgm:t>
    </dgm:pt>
    <dgm:pt modelId="{A707D4DF-3143-4FAC-A18E-56D2686D993C}">
      <dgm:prSet/>
      <dgm:spPr/>
      <dgm:t>
        <a:bodyPr/>
        <a:lstStyle/>
        <a:p>
          <a:pPr>
            <a:defRPr cap="all"/>
          </a:pPr>
          <a:r>
            <a:rPr lang="en-US" b="0" i="0" baseline="0"/>
            <a:t>Verify identity before sharing information</a:t>
          </a:r>
          <a:endParaRPr lang="en-US"/>
        </a:p>
      </dgm:t>
    </dgm:pt>
    <dgm:pt modelId="{F478B8A0-14D6-462B-BDA6-F7311CBFA541}" type="parTrans" cxnId="{44B3A999-A7FA-4A88-8BFA-157305A80527}">
      <dgm:prSet/>
      <dgm:spPr/>
      <dgm:t>
        <a:bodyPr/>
        <a:lstStyle/>
        <a:p>
          <a:endParaRPr lang="en-US"/>
        </a:p>
      </dgm:t>
    </dgm:pt>
    <dgm:pt modelId="{FCC7BEDB-3A78-4A78-939A-40450EE04F79}" type="sibTrans" cxnId="{44B3A999-A7FA-4A88-8BFA-157305A80527}">
      <dgm:prSet/>
      <dgm:spPr/>
      <dgm:t>
        <a:bodyPr/>
        <a:lstStyle/>
        <a:p>
          <a:endParaRPr lang="en-US"/>
        </a:p>
      </dgm:t>
    </dgm:pt>
    <dgm:pt modelId="{29F2B3FD-3F22-4675-B60F-4FC776010192}">
      <dgm:prSet/>
      <dgm:spPr/>
      <dgm:t>
        <a:bodyPr/>
        <a:lstStyle/>
        <a:p>
          <a:pPr>
            <a:defRPr cap="all"/>
          </a:pPr>
          <a:r>
            <a:rPr lang="en-US" b="0" i="0" baseline="0"/>
            <a:t>Legitimate IT staff will never ask for passwords</a:t>
          </a:r>
          <a:endParaRPr lang="en-US"/>
        </a:p>
      </dgm:t>
    </dgm:pt>
    <dgm:pt modelId="{9A88CAC3-5925-4C31-95C0-7174E921E3F8}" type="parTrans" cxnId="{E38C5D53-6B59-46AC-893E-F1EFF58CE7E3}">
      <dgm:prSet/>
      <dgm:spPr/>
      <dgm:t>
        <a:bodyPr/>
        <a:lstStyle/>
        <a:p>
          <a:endParaRPr lang="en-US"/>
        </a:p>
      </dgm:t>
    </dgm:pt>
    <dgm:pt modelId="{0A188941-8E4C-427C-A69B-3883C95550E5}" type="sibTrans" cxnId="{E38C5D53-6B59-46AC-893E-F1EFF58CE7E3}">
      <dgm:prSet/>
      <dgm:spPr/>
      <dgm:t>
        <a:bodyPr/>
        <a:lstStyle/>
        <a:p>
          <a:endParaRPr lang="en-US"/>
        </a:p>
      </dgm:t>
    </dgm:pt>
    <dgm:pt modelId="{49ED9A9F-73D0-40F3-BCF4-43D2BD5C32D2}" type="pres">
      <dgm:prSet presAssocID="{7D47F182-6DB5-4600-8205-B6DC580B09A9}" presName="root" presStyleCnt="0">
        <dgm:presLayoutVars>
          <dgm:dir/>
          <dgm:resizeHandles val="exact"/>
        </dgm:presLayoutVars>
      </dgm:prSet>
      <dgm:spPr/>
    </dgm:pt>
    <dgm:pt modelId="{7004847D-0B7E-41D1-BB2A-9ADDE09FE4E4}" type="pres">
      <dgm:prSet presAssocID="{80EBE055-B7FC-4650-B56C-E04B24415B2D}" presName="compNode" presStyleCnt="0"/>
      <dgm:spPr/>
    </dgm:pt>
    <dgm:pt modelId="{14997849-6177-4E30-945D-77EE060C5676}" type="pres">
      <dgm:prSet presAssocID="{80EBE055-B7FC-4650-B56C-E04B24415B2D}" presName="iconBgRect" presStyleLbl="bgShp" presStyleIdx="0" presStyleCnt="3"/>
      <dgm:spPr/>
    </dgm:pt>
    <dgm:pt modelId="{A3C00C1C-1E62-4299-B628-68F77EF9CDE3}" type="pres">
      <dgm:prSet presAssocID="{80EBE055-B7FC-4650-B56C-E04B24415B2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73D41C0-E5E6-48E4-B1B6-6A7E1210EC96}" type="pres">
      <dgm:prSet presAssocID="{80EBE055-B7FC-4650-B56C-E04B24415B2D}" presName="spaceRect" presStyleCnt="0"/>
      <dgm:spPr/>
    </dgm:pt>
    <dgm:pt modelId="{F6504F23-769D-4457-BD83-F179ACEC1CAD}" type="pres">
      <dgm:prSet presAssocID="{80EBE055-B7FC-4650-B56C-E04B24415B2D}" presName="textRect" presStyleLbl="revTx" presStyleIdx="0" presStyleCnt="3">
        <dgm:presLayoutVars>
          <dgm:chMax val="1"/>
          <dgm:chPref val="1"/>
        </dgm:presLayoutVars>
      </dgm:prSet>
      <dgm:spPr/>
    </dgm:pt>
    <dgm:pt modelId="{E951D8F0-A700-4A18-B229-11A731AE5F18}" type="pres">
      <dgm:prSet presAssocID="{2BC0AB95-DB2A-4264-BB76-407F6D7FCACA}" presName="sibTrans" presStyleCnt="0"/>
      <dgm:spPr/>
    </dgm:pt>
    <dgm:pt modelId="{E9E534A3-A476-4312-9793-A79AC4FCFDB3}" type="pres">
      <dgm:prSet presAssocID="{A707D4DF-3143-4FAC-A18E-56D2686D993C}" presName="compNode" presStyleCnt="0"/>
      <dgm:spPr/>
    </dgm:pt>
    <dgm:pt modelId="{F4C7821E-6B38-4F0F-8D7C-9641D0AE8657}" type="pres">
      <dgm:prSet presAssocID="{A707D4DF-3143-4FAC-A18E-56D2686D993C}" presName="iconBgRect" presStyleLbl="bgShp" presStyleIdx="1" presStyleCnt="3"/>
      <dgm:spPr/>
    </dgm:pt>
    <dgm:pt modelId="{33B36D17-141B-4478-8010-137B81AD357E}" type="pres">
      <dgm:prSet presAssocID="{A707D4DF-3143-4FAC-A18E-56D2686D993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C652DA6-289F-42E0-9733-45FA945BB86E}" type="pres">
      <dgm:prSet presAssocID="{A707D4DF-3143-4FAC-A18E-56D2686D993C}" presName="spaceRect" presStyleCnt="0"/>
      <dgm:spPr/>
    </dgm:pt>
    <dgm:pt modelId="{C10B1491-A9BA-4709-AE9A-225213C91899}" type="pres">
      <dgm:prSet presAssocID="{A707D4DF-3143-4FAC-A18E-56D2686D993C}" presName="textRect" presStyleLbl="revTx" presStyleIdx="1" presStyleCnt="3">
        <dgm:presLayoutVars>
          <dgm:chMax val="1"/>
          <dgm:chPref val="1"/>
        </dgm:presLayoutVars>
      </dgm:prSet>
      <dgm:spPr/>
    </dgm:pt>
    <dgm:pt modelId="{B35988E4-B793-4EE4-8435-CA2B65E92D19}" type="pres">
      <dgm:prSet presAssocID="{FCC7BEDB-3A78-4A78-939A-40450EE04F79}" presName="sibTrans" presStyleCnt="0"/>
      <dgm:spPr/>
    </dgm:pt>
    <dgm:pt modelId="{A5A27CF5-03AD-4619-9FD9-7E61E8EBD499}" type="pres">
      <dgm:prSet presAssocID="{29F2B3FD-3F22-4675-B60F-4FC776010192}" presName="compNode" presStyleCnt="0"/>
      <dgm:spPr/>
    </dgm:pt>
    <dgm:pt modelId="{31EC0E2A-FC17-472E-B211-210647A01649}" type="pres">
      <dgm:prSet presAssocID="{29F2B3FD-3F22-4675-B60F-4FC776010192}" presName="iconBgRect" presStyleLbl="bgShp" presStyleIdx="2" presStyleCnt="3"/>
      <dgm:spPr/>
    </dgm:pt>
    <dgm:pt modelId="{721D8B14-B37F-4CB9-9075-844932174A90}" type="pres">
      <dgm:prSet presAssocID="{29F2B3FD-3F22-4675-B60F-4FC7760101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6A0ADEC-0F3C-4C19-B02E-AF8D80CBDDCE}" type="pres">
      <dgm:prSet presAssocID="{29F2B3FD-3F22-4675-B60F-4FC776010192}" presName="spaceRect" presStyleCnt="0"/>
      <dgm:spPr/>
    </dgm:pt>
    <dgm:pt modelId="{326E18DD-FDB0-4C97-810C-C946D4E94C68}" type="pres">
      <dgm:prSet presAssocID="{29F2B3FD-3F22-4675-B60F-4FC7760101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ACDBA07-994D-4281-894F-61B6C970563C}" type="presOf" srcId="{29F2B3FD-3F22-4675-B60F-4FC776010192}" destId="{326E18DD-FDB0-4C97-810C-C946D4E94C68}" srcOrd="0" destOrd="0" presId="urn:microsoft.com/office/officeart/2018/5/layout/IconCircleLabelList"/>
    <dgm:cxn modelId="{4BD8FA36-88A1-4FA3-98B2-737E63E76B32}" type="presOf" srcId="{A707D4DF-3143-4FAC-A18E-56D2686D993C}" destId="{C10B1491-A9BA-4709-AE9A-225213C91899}" srcOrd="0" destOrd="0" presId="urn:microsoft.com/office/officeart/2018/5/layout/IconCircleLabelList"/>
    <dgm:cxn modelId="{61101A3C-E9A4-40CD-9E8A-F5E6CF1FCFC2}" type="presOf" srcId="{80EBE055-B7FC-4650-B56C-E04B24415B2D}" destId="{F6504F23-769D-4457-BD83-F179ACEC1CAD}" srcOrd="0" destOrd="0" presId="urn:microsoft.com/office/officeart/2018/5/layout/IconCircleLabelList"/>
    <dgm:cxn modelId="{E38C5D53-6B59-46AC-893E-F1EFF58CE7E3}" srcId="{7D47F182-6DB5-4600-8205-B6DC580B09A9}" destId="{29F2B3FD-3F22-4675-B60F-4FC776010192}" srcOrd="2" destOrd="0" parTransId="{9A88CAC3-5925-4C31-95C0-7174E921E3F8}" sibTransId="{0A188941-8E4C-427C-A69B-3883C95550E5}"/>
    <dgm:cxn modelId="{44B3A999-A7FA-4A88-8BFA-157305A80527}" srcId="{7D47F182-6DB5-4600-8205-B6DC580B09A9}" destId="{A707D4DF-3143-4FAC-A18E-56D2686D993C}" srcOrd="1" destOrd="0" parTransId="{F478B8A0-14D6-462B-BDA6-F7311CBFA541}" sibTransId="{FCC7BEDB-3A78-4A78-939A-40450EE04F79}"/>
    <dgm:cxn modelId="{7A5D12B6-3B8F-413A-A9E8-34D2344AAB28}" srcId="{7D47F182-6DB5-4600-8205-B6DC580B09A9}" destId="{80EBE055-B7FC-4650-B56C-E04B24415B2D}" srcOrd="0" destOrd="0" parTransId="{58090343-5C55-45C2-A7C8-A0D0DDCCDE7C}" sibTransId="{2BC0AB95-DB2A-4264-BB76-407F6D7FCACA}"/>
    <dgm:cxn modelId="{BF5B2CBF-B708-4C1E-8335-98B92208E4B5}" type="presOf" srcId="{7D47F182-6DB5-4600-8205-B6DC580B09A9}" destId="{49ED9A9F-73D0-40F3-BCF4-43D2BD5C32D2}" srcOrd="0" destOrd="0" presId="urn:microsoft.com/office/officeart/2018/5/layout/IconCircleLabelList"/>
    <dgm:cxn modelId="{CCBFF537-C2DA-4FBC-8B36-768043D10ED4}" type="presParOf" srcId="{49ED9A9F-73D0-40F3-BCF4-43D2BD5C32D2}" destId="{7004847D-0B7E-41D1-BB2A-9ADDE09FE4E4}" srcOrd="0" destOrd="0" presId="urn:microsoft.com/office/officeart/2018/5/layout/IconCircleLabelList"/>
    <dgm:cxn modelId="{30C03D6D-E748-4EDE-8B25-8AA6177D7AC2}" type="presParOf" srcId="{7004847D-0B7E-41D1-BB2A-9ADDE09FE4E4}" destId="{14997849-6177-4E30-945D-77EE060C5676}" srcOrd="0" destOrd="0" presId="urn:microsoft.com/office/officeart/2018/5/layout/IconCircleLabelList"/>
    <dgm:cxn modelId="{7F989CC2-4E25-46FC-BC74-4B982171AB08}" type="presParOf" srcId="{7004847D-0B7E-41D1-BB2A-9ADDE09FE4E4}" destId="{A3C00C1C-1E62-4299-B628-68F77EF9CDE3}" srcOrd="1" destOrd="0" presId="urn:microsoft.com/office/officeart/2018/5/layout/IconCircleLabelList"/>
    <dgm:cxn modelId="{236A8E25-7444-4F93-9068-0ECDBAA7755F}" type="presParOf" srcId="{7004847D-0B7E-41D1-BB2A-9ADDE09FE4E4}" destId="{C73D41C0-E5E6-48E4-B1B6-6A7E1210EC96}" srcOrd="2" destOrd="0" presId="urn:microsoft.com/office/officeart/2018/5/layout/IconCircleLabelList"/>
    <dgm:cxn modelId="{A46870A3-E440-4526-B08C-182170F6E585}" type="presParOf" srcId="{7004847D-0B7E-41D1-BB2A-9ADDE09FE4E4}" destId="{F6504F23-769D-4457-BD83-F179ACEC1CAD}" srcOrd="3" destOrd="0" presId="urn:microsoft.com/office/officeart/2018/5/layout/IconCircleLabelList"/>
    <dgm:cxn modelId="{44A092FC-6C15-4C63-AFD1-576D286BB09C}" type="presParOf" srcId="{49ED9A9F-73D0-40F3-BCF4-43D2BD5C32D2}" destId="{E951D8F0-A700-4A18-B229-11A731AE5F18}" srcOrd="1" destOrd="0" presId="urn:microsoft.com/office/officeart/2018/5/layout/IconCircleLabelList"/>
    <dgm:cxn modelId="{C56587D5-155C-44E2-8CC5-517037E48E69}" type="presParOf" srcId="{49ED9A9F-73D0-40F3-BCF4-43D2BD5C32D2}" destId="{E9E534A3-A476-4312-9793-A79AC4FCFDB3}" srcOrd="2" destOrd="0" presId="urn:microsoft.com/office/officeart/2018/5/layout/IconCircleLabelList"/>
    <dgm:cxn modelId="{821C4EBC-0526-424B-A7F9-61011C70DEDD}" type="presParOf" srcId="{E9E534A3-A476-4312-9793-A79AC4FCFDB3}" destId="{F4C7821E-6B38-4F0F-8D7C-9641D0AE8657}" srcOrd="0" destOrd="0" presId="urn:microsoft.com/office/officeart/2018/5/layout/IconCircleLabelList"/>
    <dgm:cxn modelId="{79FF65B2-5A30-4FF5-92C9-140D49440264}" type="presParOf" srcId="{E9E534A3-A476-4312-9793-A79AC4FCFDB3}" destId="{33B36D17-141B-4478-8010-137B81AD357E}" srcOrd="1" destOrd="0" presId="urn:microsoft.com/office/officeart/2018/5/layout/IconCircleLabelList"/>
    <dgm:cxn modelId="{3C134317-C551-4960-AF35-D55E4A0AD9CE}" type="presParOf" srcId="{E9E534A3-A476-4312-9793-A79AC4FCFDB3}" destId="{5C652DA6-289F-42E0-9733-45FA945BB86E}" srcOrd="2" destOrd="0" presId="urn:microsoft.com/office/officeart/2018/5/layout/IconCircleLabelList"/>
    <dgm:cxn modelId="{024DAB19-EE82-4330-A37C-0BDCCB0DA7FD}" type="presParOf" srcId="{E9E534A3-A476-4312-9793-A79AC4FCFDB3}" destId="{C10B1491-A9BA-4709-AE9A-225213C91899}" srcOrd="3" destOrd="0" presId="urn:microsoft.com/office/officeart/2018/5/layout/IconCircleLabelList"/>
    <dgm:cxn modelId="{72AED360-FDBD-49D9-9738-375DECB120F2}" type="presParOf" srcId="{49ED9A9F-73D0-40F3-BCF4-43D2BD5C32D2}" destId="{B35988E4-B793-4EE4-8435-CA2B65E92D19}" srcOrd="3" destOrd="0" presId="urn:microsoft.com/office/officeart/2018/5/layout/IconCircleLabelList"/>
    <dgm:cxn modelId="{D3B02593-B586-4712-A71B-91D0E577A9FA}" type="presParOf" srcId="{49ED9A9F-73D0-40F3-BCF4-43D2BD5C32D2}" destId="{A5A27CF5-03AD-4619-9FD9-7E61E8EBD499}" srcOrd="4" destOrd="0" presId="urn:microsoft.com/office/officeart/2018/5/layout/IconCircleLabelList"/>
    <dgm:cxn modelId="{90160442-3EAE-4522-BD32-C15DED840084}" type="presParOf" srcId="{A5A27CF5-03AD-4619-9FD9-7E61E8EBD499}" destId="{31EC0E2A-FC17-472E-B211-210647A01649}" srcOrd="0" destOrd="0" presId="urn:microsoft.com/office/officeart/2018/5/layout/IconCircleLabelList"/>
    <dgm:cxn modelId="{F35536F9-50BF-492D-B9F9-5A7AFFA813D8}" type="presParOf" srcId="{A5A27CF5-03AD-4619-9FD9-7E61E8EBD499}" destId="{721D8B14-B37F-4CB9-9075-844932174A90}" srcOrd="1" destOrd="0" presId="urn:microsoft.com/office/officeart/2018/5/layout/IconCircleLabelList"/>
    <dgm:cxn modelId="{85816EDE-D5CE-41E9-93E8-CE12E10210BD}" type="presParOf" srcId="{A5A27CF5-03AD-4619-9FD9-7E61E8EBD499}" destId="{26A0ADEC-0F3C-4C19-B02E-AF8D80CBDDCE}" srcOrd="2" destOrd="0" presId="urn:microsoft.com/office/officeart/2018/5/layout/IconCircleLabelList"/>
    <dgm:cxn modelId="{884CFBFC-0882-4597-9631-9F67EED744F8}" type="presParOf" srcId="{A5A27CF5-03AD-4619-9FD9-7E61E8EBD499}" destId="{326E18DD-FDB0-4C97-810C-C946D4E94C6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5B641-7FF1-4D29-A6F7-C387114C0A29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Over 80% of breaches involve human error</a:t>
          </a:r>
        </a:p>
      </dsp:txBody>
      <dsp:txXfrm>
        <a:off x="28038" y="28038"/>
        <a:ext cx="7298593" cy="901218"/>
      </dsp:txXfrm>
    </dsp:sp>
    <dsp:sp modelId="{E577EED8-493E-43B6-B8B2-3BCEBDBBFFE5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Phishing is the most common attack vector</a:t>
          </a:r>
        </a:p>
      </dsp:txBody>
      <dsp:txXfrm>
        <a:off x="732583" y="1159385"/>
        <a:ext cx="7029617" cy="901218"/>
      </dsp:txXfrm>
    </dsp:sp>
    <dsp:sp modelId="{CDA10E3B-3F26-43FE-94CD-38C6D74A289A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One click can lead to data loss or ransomware</a:t>
          </a:r>
        </a:p>
      </dsp:txBody>
      <dsp:txXfrm>
        <a:off x="1426612" y="2290733"/>
        <a:ext cx="7040133" cy="901218"/>
      </dsp:txXfrm>
    </dsp:sp>
    <dsp:sp modelId="{2BEE99EC-7330-4B5B-B4EE-5AD40FA4BA77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Employees are the first line of defense</a:t>
          </a:r>
        </a:p>
      </dsp:txBody>
      <dsp:txXfrm>
        <a:off x="2131157" y="3422081"/>
        <a:ext cx="7029617" cy="901218"/>
      </dsp:txXfrm>
    </dsp:sp>
    <dsp:sp modelId="{96D438EC-9587-4C0B-A9F7-662BDA09F758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9063CB98-97E8-441C-AFFC-BD2966CE0967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65CB96F7-7B24-41B2-B923-3E9574CABA73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E836A-415E-4CFE-90DB-FD249C2D78BD}">
      <dsp:nvSpPr>
        <dsp:cNvPr id="0" name=""/>
        <dsp:cNvSpPr/>
      </dsp:nvSpPr>
      <dsp:spPr>
        <a:xfrm>
          <a:off x="213" y="550072"/>
          <a:ext cx="2577217" cy="30926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Identify phishing and social engineering indicators</a:t>
          </a:r>
          <a:endParaRPr lang="en-US" sz="2100" kern="1200"/>
        </a:p>
      </dsp:txBody>
      <dsp:txXfrm>
        <a:off x="213" y="1787136"/>
        <a:ext cx="2577217" cy="1855596"/>
      </dsp:txXfrm>
    </dsp:sp>
    <dsp:sp modelId="{F5251525-9B00-4B5E-9899-290FD0220E11}">
      <dsp:nvSpPr>
        <dsp:cNvPr id="0" name=""/>
        <dsp:cNvSpPr/>
      </dsp:nvSpPr>
      <dsp:spPr>
        <a:xfrm>
          <a:off x="213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01</a:t>
          </a:r>
        </a:p>
      </dsp:txBody>
      <dsp:txXfrm>
        <a:off x="213" y="550072"/>
        <a:ext cx="2577217" cy="1237064"/>
      </dsp:txXfrm>
    </dsp:sp>
    <dsp:sp modelId="{B3DC89C7-E6D3-456F-88AF-0C0D39E07DCB}">
      <dsp:nvSpPr>
        <dsp:cNvPr id="0" name=""/>
        <dsp:cNvSpPr/>
      </dsp:nvSpPr>
      <dsp:spPr>
        <a:xfrm>
          <a:off x="2783608" y="550072"/>
          <a:ext cx="2577217" cy="3092660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Apply secure decision-making in real scenarios</a:t>
          </a:r>
          <a:endParaRPr lang="en-US" sz="2100" kern="1200"/>
        </a:p>
      </dsp:txBody>
      <dsp:txXfrm>
        <a:off x="2783608" y="1787136"/>
        <a:ext cx="2577217" cy="1855596"/>
      </dsp:txXfrm>
    </dsp:sp>
    <dsp:sp modelId="{EE77CCC2-41D8-4B7F-9146-CC04089AA902}">
      <dsp:nvSpPr>
        <dsp:cNvPr id="0" name=""/>
        <dsp:cNvSpPr/>
      </dsp:nvSpPr>
      <dsp:spPr>
        <a:xfrm>
          <a:off x="2783608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02</a:t>
          </a:r>
        </a:p>
      </dsp:txBody>
      <dsp:txXfrm>
        <a:off x="2783608" y="550072"/>
        <a:ext cx="2577217" cy="1237064"/>
      </dsp:txXfrm>
    </dsp:sp>
    <dsp:sp modelId="{AAC8D3CB-0C36-4500-AFCF-31F52409AB91}">
      <dsp:nvSpPr>
        <dsp:cNvPr id="0" name=""/>
        <dsp:cNvSpPr/>
      </dsp:nvSpPr>
      <dsp:spPr>
        <a:xfrm>
          <a:off x="5567003" y="550072"/>
          <a:ext cx="2577217" cy="3092660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Respond correctly to suspected security incidents</a:t>
          </a:r>
          <a:endParaRPr lang="en-US" sz="2100" kern="1200"/>
        </a:p>
      </dsp:txBody>
      <dsp:txXfrm>
        <a:off x="5567003" y="1787136"/>
        <a:ext cx="2577217" cy="1855596"/>
      </dsp:txXfrm>
    </dsp:sp>
    <dsp:sp modelId="{01093CEF-5717-412D-B71B-1253AF64CD6B}">
      <dsp:nvSpPr>
        <dsp:cNvPr id="0" name=""/>
        <dsp:cNvSpPr/>
      </dsp:nvSpPr>
      <dsp:spPr>
        <a:xfrm>
          <a:off x="5567003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03</a:t>
          </a:r>
        </a:p>
      </dsp:txBody>
      <dsp:txXfrm>
        <a:off x="5567003" y="550072"/>
        <a:ext cx="2577217" cy="1237064"/>
      </dsp:txXfrm>
    </dsp:sp>
    <dsp:sp modelId="{02131598-A63B-4E96-AFD3-F36E2E6E3F8D}">
      <dsp:nvSpPr>
        <dsp:cNvPr id="0" name=""/>
        <dsp:cNvSpPr/>
      </dsp:nvSpPr>
      <dsp:spPr>
        <a:xfrm>
          <a:off x="8350398" y="550072"/>
          <a:ext cx="2577217" cy="309266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Understand employee responsibilities in security awareness</a:t>
          </a:r>
          <a:endParaRPr lang="en-US" sz="2100" kern="1200"/>
        </a:p>
      </dsp:txBody>
      <dsp:txXfrm>
        <a:off x="8350398" y="1787136"/>
        <a:ext cx="2577217" cy="1855596"/>
      </dsp:txXfrm>
    </dsp:sp>
    <dsp:sp modelId="{BDC50CB6-51D5-4955-BAA1-BB864106123B}">
      <dsp:nvSpPr>
        <dsp:cNvPr id="0" name=""/>
        <dsp:cNvSpPr/>
      </dsp:nvSpPr>
      <dsp:spPr>
        <a:xfrm>
          <a:off x="8350398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04</a:t>
          </a:r>
        </a:p>
      </dsp:txBody>
      <dsp:txXfrm>
        <a:off x="8350398" y="550072"/>
        <a:ext cx="2577217" cy="12370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D7C54E-179A-4131-839D-9A143661A087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86A993-89A5-48D6-97A7-292DCD32AB6C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49288-0875-4F56-B863-B5D62A8670E4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Correct Answer: C</a:t>
          </a:r>
        </a:p>
      </dsp:txBody>
      <dsp:txXfrm>
        <a:off x="100682" y="2684598"/>
        <a:ext cx="2370489" cy="720000"/>
      </dsp:txXfrm>
    </dsp:sp>
    <dsp:sp modelId="{019AF317-9130-4520-9794-79322E429963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E6A087-37CE-4EB4-8670-7DDFF17FD562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87C1EF-DDDC-49B1-BC86-5DE3EF0B84E0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Hovering over links helps identify malicious URLs</a:t>
          </a:r>
        </a:p>
      </dsp:txBody>
      <dsp:txXfrm>
        <a:off x="2886007" y="2684598"/>
        <a:ext cx="2370489" cy="720000"/>
      </dsp:txXfrm>
    </dsp:sp>
    <dsp:sp modelId="{04BA6E36-CCB5-4698-8DBD-B57B4E264201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B5C37-51E7-4389-B872-A0849B15FC2F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53B34-4E5F-4E50-BE4D-E421B1928FFC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Reporting phishing helps protect the organization</a:t>
          </a:r>
        </a:p>
      </dsp:txBody>
      <dsp:txXfrm>
        <a:off x="5671332" y="2684598"/>
        <a:ext cx="2370489" cy="720000"/>
      </dsp:txXfrm>
    </dsp:sp>
    <dsp:sp modelId="{6AA29D4D-574D-4689-B027-BCCEAE170E5A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55DAF-19A3-4163-B793-3433397C1D0F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48D11-022D-4DAF-9AF8-A6AAC792D63B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Never enter credentials through email links</a:t>
          </a:r>
        </a:p>
      </dsp:txBody>
      <dsp:txXfrm>
        <a:off x="8456657" y="2684598"/>
        <a:ext cx="2370489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79A62-BAB5-479D-A36A-08BBDE8D54EB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60CE4-B131-4282-B7E0-4B623F8B77CC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 dirty="0"/>
            <a:t>Attacker created a Sense of urgency</a:t>
          </a:r>
          <a:endParaRPr lang="en-US" sz="2300" kern="1200" dirty="0"/>
        </a:p>
      </dsp:txBody>
      <dsp:txXfrm>
        <a:off x="59990" y="2654049"/>
        <a:ext cx="3226223" cy="720000"/>
      </dsp:txXfrm>
    </dsp:sp>
    <dsp:sp modelId="{F48A30CA-6D93-459C-8812-96333C05082C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3980D-BD36-4517-9089-C0AD696D563E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 dirty="0"/>
            <a:t>Attacker Spoofed the sender address</a:t>
          </a:r>
          <a:endParaRPr lang="en-US" sz="2300" kern="1200" dirty="0"/>
        </a:p>
      </dsp:txBody>
      <dsp:txXfrm>
        <a:off x="3850802" y="2654049"/>
        <a:ext cx="3226223" cy="720000"/>
      </dsp:txXfrm>
    </dsp:sp>
    <dsp:sp modelId="{90A815A6-4235-4CF1-BC7B-203CD596D4FD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D29EA3-0DA7-4A94-AF6A-230F19E1176D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 dirty="0"/>
            <a:t>Attacker Exploits fear of account suspension</a:t>
          </a:r>
          <a:endParaRPr lang="en-US" sz="2300" kern="1200" dirty="0"/>
        </a:p>
      </dsp:txBody>
      <dsp:txXfrm>
        <a:off x="7641615" y="2654049"/>
        <a:ext cx="3226223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E1EC5-CE6B-4A74-A8CF-007986CCECAA}">
      <dsp:nvSpPr>
        <dsp:cNvPr id="0" name=""/>
        <dsp:cNvSpPr/>
      </dsp:nvSpPr>
      <dsp:spPr>
        <a:xfrm>
          <a:off x="0" y="460"/>
          <a:ext cx="5334197" cy="10768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6E8B93-77BA-4315-B387-36FFCB992F54}">
      <dsp:nvSpPr>
        <dsp:cNvPr id="0" name=""/>
        <dsp:cNvSpPr/>
      </dsp:nvSpPr>
      <dsp:spPr>
        <a:xfrm>
          <a:off x="325741" y="242747"/>
          <a:ext cx="592258" cy="5922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3C307F-8094-432B-87E6-74E7E646ED6A}">
      <dsp:nvSpPr>
        <dsp:cNvPr id="0" name=""/>
        <dsp:cNvSpPr/>
      </dsp:nvSpPr>
      <dsp:spPr>
        <a:xfrm>
          <a:off x="1243741" y="460"/>
          <a:ext cx="4090455" cy="1076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65" tIns="113965" rIns="113965" bIns="11396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Correct Answer: B</a:t>
          </a:r>
          <a:endParaRPr lang="en-US" sz="2400" kern="1200"/>
        </a:p>
      </dsp:txBody>
      <dsp:txXfrm>
        <a:off x="1243741" y="460"/>
        <a:ext cx="4090455" cy="1076832"/>
      </dsp:txXfrm>
    </dsp:sp>
    <dsp:sp modelId="{78EF910E-A737-4D74-AE11-3F38DAB1167A}">
      <dsp:nvSpPr>
        <dsp:cNvPr id="0" name=""/>
        <dsp:cNvSpPr/>
      </dsp:nvSpPr>
      <dsp:spPr>
        <a:xfrm>
          <a:off x="0" y="1346501"/>
          <a:ext cx="5334197" cy="10768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963162-41B4-41EA-AD8D-2FE21F191EFE}">
      <dsp:nvSpPr>
        <dsp:cNvPr id="0" name=""/>
        <dsp:cNvSpPr/>
      </dsp:nvSpPr>
      <dsp:spPr>
        <a:xfrm>
          <a:off x="325741" y="1588788"/>
          <a:ext cx="592258" cy="5922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CB66AE-1035-4C02-93DF-C18D825454AD}">
      <dsp:nvSpPr>
        <dsp:cNvPr id="0" name=""/>
        <dsp:cNvSpPr/>
      </dsp:nvSpPr>
      <dsp:spPr>
        <a:xfrm>
          <a:off x="1243741" y="1346501"/>
          <a:ext cx="4090455" cy="1076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65" tIns="113965" rIns="113965" bIns="11396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Phishing emails often pressure users to act quickly</a:t>
          </a:r>
          <a:endParaRPr lang="en-US" sz="2400" kern="1200"/>
        </a:p>
      </dsp:txBody>
      <dsp:txXfrm>
        <a:off x="1243741" y="1346501"/>
        <a:ext cx="4090455" cy="1076832"/>
      </dsp:txXfrm>
    </dsp:sp>
    <dsp:sp modelId="{B22013BC-0D28-446F-A0AF-C42B8B336F11}">
      <dsp:nvSpPr>
        <dsp:cNvPr id="0" name=""/>
        <dsp:cNvSpPr/>
      </dsp:nvSpPr>
      <dsp:spPr>
        <a:xfrm>
          <a:off x="0" y="2692542"/>
          <a:ext cx="5334197" cy="10768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68A14-7911-4B12-846B-41CAC5C119A1}">
      <dsp:nvSpPr>
        <dsp:cNvPr id="0" name=""/>
        <dsp:cNvSpPr/>
      </dsp:nvSpPr>
      <dsp:spPr>
        <a:xfrm>
          <a:off x="325741" y="2934829"/>
          <a:ext cx="592258" cy="5922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BC40CE-8240-4A56-A541-5B574C9319DF}">
      <dsp:nvSpPr>
        <dsp:cNvPr id="0" name=""/>
        <dsp:cNvSpPr/>
      </dsp:nvSpPr>
      <dsp:spPr>
        <a:xfrm>
          <a:off x="1243741" y="2692542"/>
          <a:ext cx="4090455" cy="1076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65" tIns="113965" rIns="113965" bIns="11396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Attackers rely on panic, not logic</a:t>
          </a:r>
          <a:endParaRPr lang="en-US" sz="2400" kern="1200"/>
        </a:p>
      </dsp:txBody>
      <dsp:txXfrm>
        <a:off x="1243741" y="2692542"/>
        <a:ext cx="4090455" cy="10768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997849-6177-4E30-945D-77EE060C5676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C00C1C-1E62-4299-B628-68F77EF9CDE3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04F23-769D-4457-BD83-F179ACEC1CAD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 baseline="0"/>
            <a:t>Correct Answer: B</a:t>
          </a:r>
          <a:endParaRPr lang="en-US" sz="1900" kern="1200"/>
        </a:p>
      </dsp:txBody>
      <dsp:txXfrm>
        <a:off x="93445" y="3018902"/>
        <a:ext cx="3206250" cy="720000"/>
      </dsp:txXfrm>
    </dsp:sp>
    <dsp:sp modelId="{F4C7821E-6B38-4F0F-8D7C-9641D0AE8657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B36D17-141B-4478-8010-137B81AD357E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B1491-A9BA-4709-AE9A-225213C91899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 baseline="0"/>
            <a:t>Verify identity before sharing information</a:t>
          </a:r>
          <a:endParaRPr lang="en-US" sz="1900" kern="1200"/>
        </a:p>
      </dsp:txBody>
      <dsp:txXfrm>
        <a:off x="3860789" y="3018902"/>
        <a:ext cx="3206250" cy="720000"/>
      </dsp:txXfrm>
    </dsp:sp>
    <dsp:sp modelId="{31EC0E2A-FC17-472E-B211-210647A01649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1D8B14-B37F-4CB9-9075-844932174A90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6E18DD-FDB0-4C97-810C-C946D4E94C68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 baseline="0"/>
            <a:t>Legitimate IT staff will never ask for passwords</a:t>
          </a:r>
          <a:endParaRPr lang="en-US" sz="1900" kern="1200"/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23B1D-953D-473C-AAD0-E1FC121808A5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25F2D-18F1-495F-9518-D5A0D88DD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47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AF8A6-5FC5-077F-2F5E-7964847BF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321F7-3AF9-B309-A2CE-21B1A0230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0989E-0D40-3439-0DC1-6B69BB56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83E8F-8C9E-4D42-B8EA-DC249EF4BD97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83A4E-5A46-8C5E-BBC0-F75F73697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by: James Carabine Aligned with NIST CSF &amp; CIS Controls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7B85C-1C6E-80AB-F175-292292C12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87D54-9C8F-455D-8627-5BE57CE98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6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959E-F804-0AE3-63C2-F359E072E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95605-23E8-A18A-D84A-E0B06DBC1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552DE-EFAA-301E-916F-2A7D64AA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BE7C-DB7E-40D6-800E-5AF65C53BA45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03B5-3BBE-3651-4FD6-E02FF4128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by: James Carabine Aligned with NIST CSF &amp; CIS Controls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E488C-0C68-8423-1A18-D46F73FB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87D54-9C8F-455D-8627-5BE57CE98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1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BCBE9-895E-AD5E-DA50-77DA89811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7E915-8C74-90F4-206D-8CD81B9EA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651C7-603F-1B89-EE0A-F262C5A7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60F3D-F461-4203-970E-D3E7FA927867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59CC0-F5BB-EE6C-1F5C-0683485DA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by: James Carabine Aligned with NIST CSF &amp; CIS Controls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7839-D44E-7486-AB06-ABD770C94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87D54-9C8F-455D-8627-5BE57CE98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3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29DB-FEBE-F26D-F510-2C1E13A7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D2653-7D85-D9E7-6997-BA79D4B5D5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8DE04-76DF-2C3C-CA2E-4067B34F1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B524B-FCC8-5D99-5355-B369E055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9A196-C304-498E-9230-AB26FE8DBE6A}" type="datetime1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AD4B0-431D-D726-A28B-411D0B0E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by: James Carabine Aligned with NIST CSF &amp; CIS Controls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C2C85-3045-28DB-B0B4-7EA82A2A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87D54-9C8F-455D-8627-5BE57CE98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99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47DC5-734C-97B8-3028-E0823CDD8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1BBBC-8F21-CDF4-AC51-6AE4BF41F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C2318-827D-4DFD-B5C2-CE8626944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F6C3C-21D5-C31E-6A87-284D746E6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443C07-F0A9-EEB8-B6CE-D823F05C39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ECDBF-CE1A-0A95-9590-DA4B83BF9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FE45-29CB-4733-9695-AAB82A944CA0}" type="datetime1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C7832-39CB-65B6-9102-73147C94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by: James Carabine Aligned with NIST CSF &amp; CIS Controls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E0CDD9-6646-71E9-F177-7FFBD865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87D54-9C8F-455D-8627-5BE57CE98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5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0873-95A6-B8A4-A551-74D40430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5F9EC-B451-AE7F-8B5E-0978DAAE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480E5-9798-4ADE-8C27-847F1C2D7C80}" type="datetime1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E4A913-FACF-A4F8-44A1-03155ADF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by: James Carabine Aligned with NIST CSF &amp; CIS Controls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9761C-7B47-2C2D-A13D-351AF4B08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87D54-9C8F-455D-8627-5BE57CE98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78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7B19A-E030-A66B-18B8-5975DCD4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40EA9-0247-4E3D-9C1E-4AB42A8319C4}" type="datetime1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EC9C1-64DE-6844-CEE4-80D671F57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by: James Carabine Aligned with NIST CSF &amp; CIS Controls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082E2-0175-CBD2-6046-C326342B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87D54-9C8F-455D-8627-5BE57CE98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5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E5E8B-63CB-D340-CB8C-A265674AD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02092-0471-3057-3643-B8CB4DF6E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60A6C-1CCC-3AC9-C96E-2F7C49010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0A222-4B6F-E86D-1891-905B4021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0EAD1-EF4D-4F20-BFA2-7FF6EBDD0DAE}" type="datetime1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80DAF-D176-0583-41F6-50DE32CD2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by: James Carabine Aligned with NIST CSF &amp; CIS Controls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1CA89-AA1D-7CF1-4B10-57804C3C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87D54-9C8F-455D-8627-5BE57CE98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2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059EF-9807-4603-C4D3-41F1206F8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0F2D0D-DB5F-0B7C-1528-8CFE28435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63DFE-2452-982D-9B00-C7BA897B3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3725A-4CCB-21D9-8B44-F744196C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71DA-5356-44C5-87CD-B4932377F48A}" type="datetime1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EFB7E-1DDB-EDD8-D8B3-E036D323A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by: James Carabine Aligned with NIST CSF &amp; CIS Controls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D1ACE-6FA6-70D3-6CBF-E31E926E0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87D54-9C8F-455D-8627-5BE57CE98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32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9D662-9A5B-A001-CC15-259352C66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B2BC5-B27E-8434-ADF7-EE228FC89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DE851-1274-506A-E7AD-B473CC45E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D9FB-FB26-4878-9CC0-4F5E390F8D80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5FFC3-140A-BD6D-33B3-C1DF8E5A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by: James Carabine Aligned with NIST CSF &amp; CIS Controls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8E2B3-229D-189E-91CA-3FA5A7C10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87D54-9C8F-455D-8627-5BE57CE98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3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D02B8A-D132-D7D1-DAF0-86BE88B27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775E0-A5A0-C200-4588-3FF967242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A843B-102C-D9E1-695F-27016684D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EBF08-5EB2-4EEC-9B2C-C282F039032A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A20CD-930C-2846-E6CA-9A91DFA0D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by: James Carabine Aligned with NIST CSF &amp; CIS Controls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1648F-FD73-EC67-11C9-E0ADCE1C2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87D54-9C8F-455D-8627-5BE57CE98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6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639C2-E858-9545-A98A-57FBB89A8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2A5FD-45AE-17DE-45DF-68A93A8BA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90C11-BE7A-A275-B767-FACFB34DC1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B800F2-A75F-4368-91BC-FC3B43CE22B6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FEC6F-9FA0-0E76-1B69-780F274AA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Created by: James Carabine Aligned with NIST CSF &amp; CIS Controls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B2707-11AC-2757-9E5D-EDF44F3C6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87D54-9C8F-455D-8627-5BE57CE98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15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2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typing on a computer">
            <a:extLst>
              <a:ext uri="{FF2B5EF4-FFF2-40B4-BE49-F238E27FC236}">
                <a16:creationId xmlns:a16="http://schemas.microsoft.com/office/drawing/2014/main" id="{76DE6A2E-884B-F939-DEF2-FB3F7D302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" t="9091" r="2331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A2FF6-41E4-F257-908A-E452F0724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100" dirty="0">
                <a:solidFill>
                  <a:schemeClr val="bg1"/>
                </a:solidFill>
              </a:rPr>
              <a:t>Security Awareness Human Risk &amp; Social Engineering Defense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52F344-25F1-7AEF-9C9E-056BF7E21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</a:rPr>
              <a:t>Scenario-Based Cybersecurity Training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CE3FBFC-43EB-660D-D0B5-564BBCC41B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7981" y="6356350"/>
            <a:ext cx="1214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D885C5F-1C2D-45E1-A537-2D057E4BD929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1/8/2026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0021E8-2FBB-DE09-E4BC-767F777B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bg1"/>
                </a:solidFill>
              </a:rPr>
              <a:t>Created by: James Carabine Aligned with NIST CSF &amp; CIS Controls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3BC587-2A3F-D627-6913-23B09DAE5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608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5BCCA0-38D3-DE54-84F6-1DD8A3F34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Today’s 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C44E1-BFA7-3920-01BC-259BD53FC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2002536"/>
            <a:ext cx="4114800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Created by: James Carabine Aligned with NIST CSF &amp; CIS Controls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F036F-6B58-F6DA-7EAA-0FD9917B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65DFBE7C-DB7E-40D6-800E-5AF65C53BA45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1/8/2026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23A-BC07-A84B-0241-AFB006E66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45995AC-7C2D-27EF-EEB0-5D2E9B4AE3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28544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2329830" y="2545310"/>
          <a:ext cx="7532340" cy="3294128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934789">
                  <a:extLst>
                    <a:ext uri="{9D8B030D-6E8A-4147-A177-3AD203B41FA5}">
                      <a16:colId xmlns:a16="http://schemas.microsoft.com/office/drawing/2014/main" val="3064405310"/>
                    </a:ext>
                  </a:extLst>
                </a:gridCol>
                <a:gridCol w="6597551">
                  <a:extLst>
                    <a:ext uri="{9D8B030D-6E8A-4147-A177-3AD203B41FA5}">
                      <a16:colId xmlns:a16="http://schemas.microsoft.com/office/drawing/2014/main" val="2239425287"/>
                    </a:ext>
                  </a:extLst>
                </a:gridCol>
              </a:tblGrid>
              <a:tr h="82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Understand how attackers exploit human behavior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590796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Identify phishing and social engineering attempts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150530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Practice safe decision-making in real-world scenarios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95893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Learn proper incident reporting procedures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206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25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E8C783-8C6E-DAC9-E7A5-A738E0828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4800"/>
              <a:t>WHY SECURITY AWARENESS MATTERS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1DA2A-59EE-5C6A-C6D7-B0C3E0D8E6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5DFBE7C-DB7E-40D6-800E-5AF65C53BA45}" type="datetime1">
              <a:rPr lang="en-US"/>
              <a:pPr>
                <a:spcAft>
                  <a:spcPts val="600"/>
                </a:spcAft>
              </a:pPr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A86C5-8E24-18EC-0780-A4C4E3BE2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/>
              <a:t>Created by: James Carabine Aligned with NIST CSF &amp; CIS Controls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08ED0-F08F-5865-86E2-B6092797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FD4EEEC6-32C5-970B-8904-D2C0C902A2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22416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303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D1B34-86F1-2026-98CC-BAC56A069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87EDB-0D2D-703B-F22E-17EBDFCB0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Created by: James Carabine Aligned with NIST CSF &amp; CIS Controls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07698-2A31-25EF-AC3F-6B3AB84391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5DFBE7C-DB7E-40D6-800E-5AF65C53BA45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1/8/2026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0E0DF-1484-412B-B281-AB76BB65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8BAB1F58-C7A7-AEE4-C2A0-CD11F3F384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811362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792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2A2B3-4165-37B6-23D3-E4BAD85E9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Assessment &amp; Metrics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D84ED-A28E-2EB0-4AC5-17311ABCD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7725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Created by: James Carabine Aligned with NIST CSF &amp; CIS Controls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EC214D4-1953-2382-A9A1-C4CF06B5B3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Knowledge checks after each scenario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All knowledge checks must be answered correctly. Retakes permitted until completion.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Results used to measure awareness effectiveness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Supports continuous improvement of training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7B200-5F74-F2FB-B46D-FEEE298273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5DFBE7C-DB7E-40D6-800E-5AF65C53BA45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1/8/2026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500EE-E831-7B26-EAD7-14B6F54A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931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27742E-458E-7759-D66C-E398B21B0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LAB INSTRUCTIONS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05781-E1CD-A85A-AAD1-5B15B074A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7725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Created by: James Carabine Aligned with NIST CSF &amp; CIS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1E02-9FB2-6B93-8398-D5E800373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Lab Instructions</a:t>
            </a:r>
          </a:p>
          <a:p>
            <a:endParaRPr lang="en-US" sz="2000" dirty="0"/>
          </a:p>
          <a:p>
            <a:r>
              <a:rPr lang="en-US" sz="2000" dirty="0"/>
              <a:t>Read each scenario carefully</a:t>
            </a:r>
          </a:p>
          <a:p>
            <a:r>
              <a:rPr lang="en-US" sz="2000" dirty="0"/>
              <a:t>Choose the best response</a:t>
            </a:r>
          </a:p>
          <a:p>
            <a:r>
              <a:rPr lang="en-US" sz="2000" dirty="0"/>
              <a:t>Review feedback before moving on</a:t>
            </a:r>
          </a:p>
          <a:p>
            <a:r>
              <a:rPr lang="en-US" sz="2000" dirty="0"/>
              <a:t>Complete all quizzes to finish the LAB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D7AAA-010E-2178-BACC-AA7EF0EB4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5DFBE7C-DB7E-40D6-800E-5AF65C53BA45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1/8/2026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D658B-EFBE-B92B-E0D2-1243CE75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299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8F1BF9-13D6-4791-E459-6E922F618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Scenario 1: Suspicious Email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03DE9-5F38-BA63-C153-EA2EA849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Created by: James Carabine Aligned with NIST CSF &amp; CIS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98462-0A2C-B50D-B67E-86EC6D420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You are an employee at Acme Corporation. At 8:43 AM, you receive the following email claiming to be from IT Support requesting immediate action. </a:t>
            </a:r>
          </a:p>
          <a:p>
            <a:pPr>
              <a:buNone/>
            </a:pPr>
            <a:r>
              <a:rPr lang="en-US" sz="1700" b="1"/>
              <a:t>From: IT Support it-support@acme-secure.com</a:t>
            </a:r>
            <a:br>
              <a:rPr lang="en-US" sz="1700" b="1"/>
            </a:br>
            <a:r>
              <a:rPr lang="en-US" sz="1700" b="1"/>
              <a:t>Subject: URGENT – Account Verification Required</a:t>
            </a:r>
          </a:p>
          <a:p>
            <a:pPr>
              <a:buNone/>
            </a:pPr>
            <a:r>
              <a:rPr lang="en-US" sz="1700" b="1"/>
              <a:t>“Your account has been flagged for unusual activity.</a:t>
            </a:r>
            <a:br>
              <a:rPr lang="en-US" sz="1700" b="1"/>
            </a:br>
            <a:r>
              <a:rPr lang="en-US" sz="1700" b="1"/>
              <a:t>Please verify your credentials immediately to avoid account suspension.”</a:t>
            </a:r>
          </a:p>
          <a:p>
            <a:pPr>
              <a:buNone/>
            </a:pPr>
            <a:r>
              <a:rPr lang="en-US" sz="1700" b="1"/>
              <a:t>[Verify Account]</a:t>
            </a:r>
          </a:p>
          <a:p>
            <a:pPr>
              <a:buNone/>
            </a:pPr>
            <a:r>
              <a:rPr lang="en-US" sz="1700" b="1"/>
              <a:t>What Should You Do?</a:t>
            </a:r>
            <a:br>
              <a:rPr lang="en-US" sz="1700"/>
            </a:br>
            <a:r>
              <a:rPr lang="en-US" sz="1700"/>
              <a:t>A) Click the link and log in</a:t>
            </a:r>
            <a:br>
              <a:rPr lang="en-US" sz="1700"/>
            </a:br>
            <a:r>
              <a:rPr lang="en-US" sz="1700"/>
              <a:t>B) Reply asking IT for clarification</a:t>
            </a:r>
            <a:br>
              <a:rPr lang="en-US" sz="1700"/>
            </a:br>
            <a:r>
              <a:rPr lang="en-US" sz="1700"/>
              <a:t>C) Hover over the link and report the email</a:t>
            </a:r>
            <a:br>
              <a:rPr lang="en-US" sz="1700"/>
            </a:br>
            <a:r>
              <a:rPr lang="en-US" sz="1700"/>
              <a:t>D) Ignore the email completely</a:t>
            </a:r>
          </a:p>
          <a:p>
            <a:pPr>
              <a:buNone/>
            </a:pPr>
            <a:endParaRPr lang="en-US" sz="1700"/>
          </a:p>
          <a:p>
            <a:endParaRPr lang="en-US" sz="17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6AA28-2EF5-C586-D757-4A089914FF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5DFBE7C-DB7E-40D6-800E-5AF65C53BA45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1/8/2026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52436-3C1B-2400-BB9B-95B1A351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93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30129C-28B6-712E-AA5E-BCD0E0414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Correct Response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D81AA-0601-9000-464B-1A24D2D3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Created by: James Carabine Aligned with NIST CSF &amp; CIS Controls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2C5A0-8007-DACF-5D8B-DE5EF133B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5DFBE7C-DB7E-40D6-800E-5AF65C53BA45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1/8/2026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DEFB-93CD-7DD1-35CE-3806D26F4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3DE9DC14-7E49-FC29-684B-59A47847FA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33764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7717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5F855-76FD-61D2-EB04-8C45A1FCD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happened in this example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0604E-FAE5-D3C7-D430-FBBDF71A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Created by: James Carabine Aligned with NIST CSF &amp; CIS Controls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9948E-203A-CB6E-153E-C1BA2B163E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5DFBE7C-DB7E-40D6-800E-5AF65C53BA45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1/8/2026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7F793-5EB8-C7BB-41DB-A90A9BE4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D800ABAA-1908-5E3A-EE18-A8EF32748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684468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4139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7B453B-951F-93EB-7623-237D4BD9B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KNOWLEDGE CHECK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C5177-50D3-D24B-A236-8349F563A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7725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Created by: James Carabine Aligned with NIST CSF &amp; CIS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BEE7E-9236-8C70-4764-A89A5F6CE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Which is a common sign of a phishing email?</a:t>
            </a:r>
          </a:p>
          <a:p>
            <a:endParaRPr lang="en-US" sz="2000" dirty="0"/>
          </a:p>
          <a:p>
            <a:r>
              <a:rPr lang="en-US" sz="2000" dirty="0"/>
              <a:t>Answer Choices:</a:t>
            </a:r>
          </a:p>
          <a:p>
            <a:r>
              <a:rPr lang="en-US" sz="2000" dirty="0"/>
              <a:t>A) Proper grammar and spelling</a:t>
            </a:r>
          </a:p>
          <a:p>
            <a:r>
              <a:rPr lang="en-US" sz="2000" dirty="0"/>
              <a:t>B) Urgent requests for immediate action</a:t>
            </a:r>
          </a:p>
          <a:p>
            <a:r>
              <a:rPr lang="en-US" sz="2000" dirty="0"/>
              <a:t>C) Internal company branding</a:t>
            </a:r>
          </a:p>
          <a:p>
            <a:r>
              <a:rPr lang="en-US" sz="2000" dirty="0"/>
              <a:t>D) Signed emails from known contacts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74661-A79D-EC2E-3588-CA81A32C8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5DFBE7C-DB7E-40D6-800E-5AF65C53BA45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1/8/2026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435AF-1DA4-ADDB-076D-16E6C8F39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667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D2D39-2CDD-EB25-DE30-97E758677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Answer Explanation</a:t>
            </a:r>
          </a:p>
        </p:txBody>
      </p:sp>
      <p:graphicFrame>
        <p:nvGraphicFramePr>
          <p:cNvPr id="15" name="Rectangle 1">
            <a:extLst>
              <a:ext uri="{FF2B5EF4-FFF2-40B4-BE49-F238E27FC236}">
                <a16:creationId xmlns:a16="http://schemas.microsoft.com/office/drawing/2014/main" id="{6A9C716C-8258-0E6E-0A51-68C565A30B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1800" y="2470244"/>
          <a:ext cx="5334197" cy="376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68D80-32A6-CE6F-9C16-B2BDA5DA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8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5DFBE7C-DB7E-40D6-800E-5AF65C53BA45}" type="datetime1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1/8/2026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97C85-6104-ECF3-BB25-003DF7D37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1672" y="6356350"/>
            <a:ext cx="3293034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/>
                </a:solidFill>
              </a:rPr>
              <a:t>Created by: James Carabine Aligned with NIST CSF &amp; CIS Controls</a:t>
            </a:r>
          </a:p>
        </p:txBody>
      </p:sp>
      <p:pic>
        <p:nvPicPr>
          <p:cNvPr id="9" name="Picture 8" descr="Person holding mouse">
            <a:extLst>
              <a:ext uri="{FF2B5EF4-FFF2-40B4-BE49-F238E27FC236}">
                <a16:creationId xmlns:a16="http://schemas.microsoft.com/office/drawing/2014/main" id="{91574997-F486-6FC2-75E5-D486EB545AC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776" r="22387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6EB66-BE96-E337-1617-52165D40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7869" y="6356350"/>
            <a:ext cx="17684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271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5EE69-5429-3831-A1B1-F7D07FC9D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Scenario 2: Password &amp; MFA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1500D-4B43-4AC5-308E-7B280C727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3972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Created by: James Carabine Aligned with NIST CSF &amp; CIS Controls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EA91341-31B8-7DD4-3A67-094409E7F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/>
              <a:t>You receive an unexpected MFA push notification on your phone while not logging in to any system.</a:t>
            </a:r>
          </a:p>
          <a:p>
            <a:endParaRPr lang="en-US" sz="2000"/>
          </a:p>
          <a:p>
            <a:r>
              <a:rPr lang="en-US" sz="2000"/>
              <a:t>What Should You Do?</a:t>
            </a:r>
          </a:p>
          <a:p>
            <a:r>
              <a:rPr lang="en-US" sz="2000"/>
              <a:t>A) Approve the request to stop notifications</a:t>
            </a:r>
          </a:p>
          <a:p>
            <a:r>
              <a:rPr lang="en-US" sz="2000"/>
              <a:t>B) Deny the request and report it</a:t>
            </a:r>
          </a:p>
          <a:p>
            <a:r>
              <a:rPr lang="en-US" sz="2000"/>
              <a:t>C) Ignore the notification</a:t>
            </a:r>
          </a:p>
          <a:p>
            <a:r>
              <a:rPr lang="en-US" sz="2000"/>
              <a:t>D) Turn off MFA temporarily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Question mark boxes">
            <a:extLst>
              <a:ext uri="{FF2B5EF4-FFF2-40B4-BE49-F238E27FC236}">
                <a16:creationId xmlns:a16="http://schemas.microsoft.com/office/drawing/2014/main" id="{CB2FE701-23DD-0B2E-8ADB-C57FE4460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13" r="22031"/>
          <a:stretch>
            <a:fillRect/>
          </a:stretch>
        </p:blipFill>
        <p:spPr>
          <a:xfrm>
            <a:off x="7075967" y="1101647"/>
            <a:ext cx="4170530" cy="468659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CAC3D-0929-073A-8032-A8F215FDC6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1120" y="6459378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5DFBE7C-DB7E-40D6-800E-5AF65C53BA45}" type="datetime1">
              <a:rPr lang="en-US" sz="1100">
                <a:solidFill>
                  <a:srgbClr val="FFFFFF"/>
                </a:solidFill>
              </a:rPr>
              <a:pPr algn="r">
                <a:spcAft>
                  <a:spcPts val="600"/>
                </a:spcAft>
              </a:pPr>
              <a:t>1/8/2026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44BE1-AB53-294C-6325-D6F5FFFF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9378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582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E7C80-E7D6-2BEE-D608-57866D85C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Correct Response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21F79-ED44-B88E-596D-FF1B3683D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3972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Created by: James Carabine Aligned with NIST CSF &amp; CIS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A132A-6F6E-9347-128B-A2F545E3E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 dirty="0"/>
              <a:t>Correct Answer: B</a:t>
            </a:r>
          </a:p>
          <a:p>
            <a:r>
              <a:rPr lang="en-US" sz="2000" dirty="0"/>
              <a:t>MFA fatigue attacks rely on repeated prompts</a:t>
            </a:r>
          </a:p>
          <a:p>
            <a:r>
              <a:rPr lang="en-US" sz="2000" dirty="0"/>
              <a:t>Reporting helps security teams respond quickly</a:t>
            </a:r>
          </a:p>
          <a:p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 descr="Laptop Secure">
            <a:extLst>
              <a:ext uri="{FF2B5EF4-FFF2-40B4-BE49-F238E27FC236}">
                <a16:creationId xmlns:a16="http://schemas.microsoft.com/office/drawing/2014/main" id="{6114192C-D8A1-BCDB-4709-121C05597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3FBC6-0645-7174-2023-45F43A26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1120" y="6459378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5DFBE7C-DB7E-40D6-800E-5AF65C53BA45}" type="datetime1">
              <a:rPr lang="en-US" sz="1100">
                <a:solidFill>
                  <a:srgbClr val="FFFFFF"/>
                </a:solidFill>
              </a:rPr>
              <a:pPr algn="r">
                <a:spcAft>
                  <a:spcPts val="600"/>
                </a:spcAft>
              </a:pPr>
              <a:t>1/8/2026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08D7E-0519-E1AE-9A2C-F8D366447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9378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60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8BCC2-D513-C658-5CA6-D213B2AB2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Scenario 3: Social Engineering Attack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02273-EE95-58B7-C936-62E140A02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7725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Created by: James Carabine Aligned with NIST CSF &amp; CIS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899AF-FFF6-9214-E608-AD16E042A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2000" dirty="0"/>
              <a:t>Phone Call comes in</a:t>
            </a:r>
          </a:p>
          <a:p>
            <a:pPr>
              <a:buNone/>
            </a:pPr>
            <a:r>
              <a:rPr lang="en-US" sz="2000" dirty="0"/>
              <a:t>A caller claims to be from IT and asks you to verify your username and password to fix an issue.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What Should You Do?</a:t>
            </a:r>
          </a:p>
          <a:p>
            <a:pPr marL="514350" indent="-514350">
              <a:buAutoNum type="alphaUcParenR"/>
            </a:pPr>
            <a:r>
              <a:rPr lang="en-US" sz="2000" dirty="0"/>
              <a:t>Provide the information</a:t>
            </a:r>
          </a:p>
          <a:p>
            <a:pPr marL="514350" indent="-514350">
              <a:buAutoNum type="alphaUcParenR"/>
            </a:pPr>
            <a:r>
              <a:rPr lang="en-US" sz="2000" dirty="0"/>
              <a:t>Ask for their employee ID and call back</a:t>
            </a:r>
          </a:p>
          <a:p>
            <a:pPr marL="514350" indent="-514350">
              <a:buAutoNum type="alphaUcParenR"/>
            </a:pPr>
            <a:r>
              <a:rPr lang="en-US" sz="2000" dirty="0"/>
              <a:t>Hang up and do nothing</a:t>
            </a:r>
          </a:p>
          <a:p>
            <a:pPr marL="514350" indent="-514350">
              <a:buAutoNum type="alphaUcParenR"/>
            </a:pPr>
            <a:r>
              <a:rPr lang="en-US" sz="2000" dirty="0"/>
              <a:t>Share limited information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EFB2B-C9DB-91E4-3601-877C5A8A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5DFBE7C-DB7E-40D6-800E-5AF65C53BA45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1/8/2026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655A2-1501-76FF-5DF2-CF0504879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317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072A5-A1A6-6DA5-1950-D1D41F0B9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Correct Response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7B9A-A258-044A-2EC5-FBCEADD3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Created by: James Carabine Aligned with NIST CSF &amp; CIS Controls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D8C35-C3CC-48FB-A063-540DA3DF3A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5DFBE7C-DB7E-40D6-800E-5AF65C53BA45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1/8/2026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90CE2-E4C5-6D91-A12E-C8695C1E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E6F0BD2B-4CEB-5C33-DF3E-A0EB3A34A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61203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9435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BFF2A-2348-BF7F-7BF2-2DD882B74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INCIDENT REPORTING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6F024-0601-7002-E727-5D5E84437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7725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Created by: James Carabine Aligned with NIST CSF &amp; CIS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A9F9-8655-95C2-2460-5DFFF8984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Remember If You Make a Mistake</a:t>
            </a:r>
          </a:p>
          <a:p>
            <a:endParaRPr lang="en-US" sz="2000" dirty="0"/>
          </a:p>
          <a:p>
            <a:r>
              <a:rPr lang="en-US" sz="2000" dirty="0"/>
              <a:t>Report immediately</a:t>
            </a:r>
          </a:p>
          <a:p>
            <a:r>
              <a:rPr lang="en-US" sz="2000" dirty="0"/>
              <a:t>Disconnect if instructed</a:t>
            </a:r>
          </a:p>
          <a:p>
            <a:r>
              <a:rPr lang="en-US" sz="2000" dirty="0"/>
              <a:t>Do not hide the incident</a:t>
            </a:r>
          </a:p>
          <a:p>
            <a:r>
              <a:rPr lang="en-US" sz="2000" dirty="0"/>
              <a:t>Early reporting reduces damage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466C0-BC3A-CFD4-C508-AF400A04FC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431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5DFBE7C-DB7E-40D6-800E-5AF65C53BA45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1/8/2026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4BDBA-4EEF-1160-A34A-257CCD57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556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D71B81-B678-A61B-EBD0-E0C71AA3E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FRAMEWORK ALIGNMENT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21AF0-7436-5F42-93CD-D2374AF5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Created by: James Carabine Aligned with NIST CSF &amp; CIS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CB5FE-E960-0C1B-00FB-EDA947136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NIST CSF – Protect (PR.AT)</a:t>
            </a:r>
          </a:p>
          <a:p>
            <a:r>
              <a:rPr lang="en-US" sz="2000"/>
              <a:t>NIST SP 800-53 AT-2 &amp; AT-3</a:t>
            </a:r>
          </a:p>
          <a:p>
            <a:r>
              <a:rPr lang="en-US" sz="2000"/>
              <a:t>CIS Critical Security Control 14</a:t>
            </a:r>
          </a:p>
          <a:p>
            <a:r>
              <a:rPr lang="en-US" sz="2000"/>
              <a:t>ISO/IEC 27001 Awareness &amp; Training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9E04A-D38C-C92B-DF01-91E52760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5DFBE7C-DB7E-40D6-800E-5AF65C53BA45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1/8/2026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70D27-F4E4-570B-7942-8F71543AF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587D54-9C8F-455D-8627-5BE57CE9815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060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822</Words>
  <Application>Microsoft Office PowerPoint</Application>
  <PresentationFormat>Widescreen</PresentationFormat>
  <Paragraphs>152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Security Awareness Human Risk &amp; Social Engineering Defense LAB</vt:lpstr>
      <vt:lpstr>Today’s Agenda</vt:lpstr>
      <vt:lpstr>WHY SECURITY AWARENESS MATTERS</vt:lpstr>
      <vt:lpstr>Learning Objectives</vt:lpstr>
      <vt:lpstr>Assessment &amp; Metrics</vt:lpstr>
      <vt:lpstr>LAB INSTRUCTIONS</vt:lpstr>
      <vt:lpstr>Scenario 1: Suspicious Email</vt:lpstr>
      <vt:lpstr>Correct Response</vt:lpstr>
      <vt:lpstr>What happened in this example</vt:lpstr>
      <vt:lpstr>KNOWLEDGE CHECK </vt:lpstr>
      <vt:lpstr>Answer Explanation</vt:lpstr>
      <vt:lpstr>Scenario 2: Password &amp; MFA</vt:lpstr>
      <vt:lpstr>Correct Response</vt:lpstr>
      <vt:lpstr>Scenario 3: Social Engineering Attack</vt:lpstr>
      <vt:lpstr>Correct Response</vt:lpstr>
      <vt:lpstr>INCIDENT REPORTING</vt:lpstr>
      <vt:lpstr>FRAMEWORK ALIGNMENT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carabine</dc:creator>
  <cp:lastModifiedBy>george carabine</cp:lastModifiedBy>
  <cp:revision>4</cp:revision>
  <dcterms:created xsi:type="dcterms:W3CDTF">2026-01-08T20:17:23Z</dcterms:created>
  <dcterms:modified xsi:type="dcterms:W3CDTF">2026-01-08T21:09:22Z</dcterms:modified>
</cp:coreProperties>
</file>